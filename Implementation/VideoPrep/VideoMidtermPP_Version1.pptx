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5"/>
  </p:sldMasterIdLst>
  <p:notesMasterIdLst>
    <p:notesMasterId r:id="rId23"/>
  </p:notesMasterIdLst>
  <p:sldIdLst>
    <p:sldId id="258" r:id="rId6"/>
    <p:sldId id="279" r:id="rId7"/>
    <p:sldId id="260" r:id="rId8"/>
    <p:sldId id="262" r:id="rId9"/>
    <p:sldId id="281" r:id="rId10"/>
    <p:sldId id="283" r:id="rId11"/>
    <p:sldId id="284" r:id="rId12"/>
    <p:sldId id="287" r:id="rId13"/>
    <p:sldId id="288" r:id="rId14"/>
    <p:sldId id="289" r:id="rId15"/>
    <p:sldId id="290" r:id="rId16"/>
    <p:sldId id="285" r:id="rId17"/>
    <p:sldId id="292" r:id="rId18"/>
    <p:sldId id="293" r:id="rId19"/>
    <p:sldId id="294" r:id="rId20"/>
    <p:sldId id="286" r:id="rId21"/>
    <p:sldId id="267"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BB34"/>
    <a:srgbClr val="000000"/>
    <a:srgbClr val="C2D5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31" autoAdjust="0"/>
  </p:normalViewPr>
  <p:slideViewPr>
    <p:cSldViewPr snapToGrid="0">
      <p:cViewPr varScale="1">
        <p:scale>
          <a:sx n="74" d="100"/>
          <a:sy n="74" d="100"/>
        </p:scale>
        <p:origin x="1699"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D95F23-E6B4-4B77-9C20-A648CBEADD26}" type="datetimeFigureOut">
              <a:rPr lang="en-CA" smtClean="0"/>
              <a:t>2025-11-06</a:t>
            </a:fld>
            <a:endParaRPr lang="en-C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611739-E18F-42CC-A559-D2F90867D693}" type="slidenum">
              <a:rPr lang="en-CA" smtClean="0"/>
              <a:t>‹#›</a:t>
            </a:fld>
            <a:endParaRPr lang="en-CA"/>
          </a:p>
        </p:txBody>
      </p:sp>
    </p:spTree>
    <p:extLst>
      <p:ext uri="{BB962C8B-B14F-4D97-AF65-F5344CB8AC3E}">
        <p14:creationId xmlns:p14="http://schemas.microsoft.com/office/powerpoint/2010/main" val="427278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EE611739-E18F-42CC-A559-D2F90867D693}" type="slidenum">
              <a:rPr lang="en-CA" smtClean="0"/>
              <a:t>1</a:t>
            </a:fld>
            <a:endParaRPr lang="en-CA"/>
          </a:p>
        </p:txBody>
      </p:sp>
    </p:spTree>
    <p:extLst>
      <p:ext uri="{BB962C8B-B14F-4D97-AF65-F5344CB8AC3E}">
        <p14:creationId xmlns:p14="http://schemas.microsoft.com/office/powerpoint/2010/main" val="3309481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EE611739-E18F-42CC-A559-D2F90867D693}" type="slidenum">
              <a:rPr lang="en-CA" smtClean="0"/>
              <a:t>2</a:t>
            </a:fld>
            <a:endParaRPr lang="en-CA"/>
          </a:p>
        </p:txBody>
      </p:sp>
    </p:spTree>
    <p:extLst>
      <p:ext uri="{BB962C8B-B14F-4D97-AF65-F5344CB8AC3E}">
        <p14:creationId xmlns:p14="http://schemas.microsoft.com/office/powerpoint/2010/main" val="1388539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EE611739-E18F-42CC-A559-D2F90867D693}" type="slidenum">
              <a:rPr lang="en-CA" smtClean="0"/>
              <a:t>3</a:t>
            </a:fld>
            <a:endParaRPr lang="en-CA"/>
          </a:p>
        </p:txBody>
      </p:sp>
    </p:spTree>
    <p:extLst>
      <p:ext uri="{BB962C8B-B14F-4D97-AF65-F5344CB8AC3E}">
        <p14:creationId xmlns:p14="http://schemas.microsoft.com/office/powerpoint/2010/main" val="19166127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EE611739-E18F-42CC-A559-D2F90867D693}" type="slidenum">
              <a:rPr lang="en-CA" smtClean="0"/>
              <a:t>4</a:t>
            </a:fld>
            <a:endParaRPr lang="en-CA"/>
          </a:p>
        </p:txBody>
      </p:sp>
    </p:spTree>
    <p:extLst>
      <p:ext uri="{BB962C8B-B14F-4D97-AF65-F5344CB8AC3E}">
        <p14:creationId xmlns:p14="http://schemas.microsoft.com/office/powerpoint/2010/main" val="3015692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EE611739-E18F-42CC-A559-D2F90867D693}" type="slidenum">
              <a:rPr lang="en-CA" smtClean="0"/>
              <a:t>5</a:t>
            </a:fld>
            <a:endParaRPr lang="en-CA"/>
          </a:p>
        </p:txBody>
      </p:sp>
    </p:spTree>
    <p:extLst>
      <p:ext uri="{BB962C8B-B14F-4D97-AF65-F5344CB8AC3E}">
        <p14:creationId xmlns:p14="http://schemas.microsoft.com/office/powerpoint/2010/main" val="4162543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EE611739-E18F-42CC-A559-D2F90867D693}" type="slidenum">
              <a:rPr lang="en-CA" smtClean="0"/>
              <a:t>6</a:t>
            </a:fld>
            <a:endParaRPr lang="en-CA"/>
          </a:p>
        </p:txBody>
      </p:sp>
    </p:spTree>
    <p:extLst>
      <p:ext uri="{BB962C8B-B14F-4D97-AF65-F5344CB8AC3E}">
        <p14:creationId xmlns:p14="http://schemas.microsoft.com/office/powerpoint/2010/main" val="1410978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EE611739-E18F-42CC-A559-D2F90867D693}" type="slidenum">
              <a:rPr lang="en-CA" smtClean="0"/>
              <a:t>17</a:t>
            </a:fld>
            <a:endParaRPr lang="en-CA"/>
          </a:p>
        </p:txBody>
      </p:sp>
    </p:spTree>
    <p:extLst>
      <p:ext uri="{BB962C8B-B14F-4D97-AF65-F5344CB8AC3E}">
        <p14:creationId xmlns:p14="http://schemas.microsoft.com/office/powerpoint/2010/main" val="38277509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C Welcome Slide">
    <p:bg>
      <p:bgPr>
        <a:blipFill dpi="0" rotWithShape="1">
          <a:blip r:embed="rId2">
            <a:alphaModFix amt="0"/>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7DB79A-E3CF-4DC7-BD17-8E034C49D97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Text Placeholder 11">
            <a:extLst>
              <a:ext uri="{FF2B5EF4-FFF2-40B4-BE49-F238E27FC236}">
                <a16:creationId xmlns:a16="http://schemas.microsoft.com/office/drawing/2014/main" id="{EC6C2BF0-CBCF-4067-8EF3-C8B446266BBF}"/>
              </a:ext>
            </a:extLst>
          </p:cNvPr>
          <p:cNvSpPr>
            <a:spLocks noGrp="1"/>
          </p:cNvSpPr>
          <p:nvPr>
            <p:ph type="body" sz="quarter" idx="13" hasCustomPrompt="1"/>
          </p:nvPr>
        </p:nvSpPr>
        <p:spPr>
          <a:xfrm>
            <a:off x="400050" y="2308226"/>
            <a:ext cx="3124199" cy="885825"/>
          </a:xfrm>
          <a:prstGeom prst="rect">
            <a:avLst/>
          </a:prstGeom>
        </p:spPr>
        <p:txBody>
          <a:bodyPr>
            <a:noAutofit/>
          </a:bodyPr>
          <a:lstStyle>
            <a:lvl1pPr>
              <a:defRPr sz="3200" b="1"/>
            </a:lvl1pPr>
          </a:lstStyle>
          <a:p>
            <a:pPr lvl="0"/>
            <a:r>
              <a:rPr lang="en-US" dirty="0"/>
              <a:t>CLICK HERE TO ADD TITLE</a:t>
            </a:r>
          </a:p>
        </p:txBody>
      </p:sp>
      <p:sp>
        <p:nvSpPr>
          <p:cNvPr id="14" name="Text Placeholder 13">
            <a:extLst>
              <a:ext uri="{FF2B5EF4-FFF2-40B4-BE49-F238E27FC236}">
                <a16:creationId xmlns:a16="http://schemas.microsoft.com/office/drawing/2014/main" id="{AAC557AF-A5B4-4E34-985F-091879074211}"/>
              </a:ext>
            </a:extLst>
          </p:cNvPr>
          <p:cNvSpPr>
            <a:spLocks noGrp="1"/>
          </p:cNvSpPr>
          <p:nvPr>
            <p:ph type="body" sz="quarter" idx="14" hasCustomPrompt="1"/>
          </p:nvPr>
        </p:nvSpPr>
        <p:spPr>
          <a:xfrm>
            <a:off x="400049" y="3333751"/>
            <a:ext cx="3124201" cy="1314450"/>
          </a:xfrm>
          <a:prstGeom prst="rect">
            <a:avLst/>
          </a:prstGeom>
        </p:spPr>
        <p:txBody>
          <a:bodyPr>
            <a:normAutofit/>
          </a:bodyPr>
          <a:lstStyle>
            <a:lvl2pPr marL="0" indent="0">
              <a:defRPr sz="2000"/>
            </a:lvl2pPr>
          </a:lstStyle>
          <a:p>
            <a:pPr lvl="1"/>
            <a:r>
              <a:rPr lang="en-US" dirty="0"/>
              <a:t>Click here to add subtitle</a:t>
            </a:r>
          </a:p>
        </p:txBody>
      </p:sp>
      <p:sp>
        <p:nvSpPr>
          <p:cNvPr id="16" name="Text Placeholder 15">
            <a:extLst>
              <a:ext uri="{FF2B5EF4-FFF2-40B4-BE49-F238E27FC236}">
                <a16:creationId xmlns:a16="http://schemas.microsoft.com/office/drawing/2014/main" id="{E8D00191-433A-435D-B11B-A48D3E577738}"/>
              </a:ext>
            </a:extLst>
          </p:cNvPr>
          <p:cNvSpPr>
            <a:spLocks noGrp="1"/>
          </p:cNvSpPr>
          <p:nvPr>
            <p:ph type="body" sz="quarter" idx="15" hasCustomPrompt="1"/>
          </p:nvPr>
        </p:nvSpPr>
        <p:spPr>
          <a:xfrm>
            <a:off x="4114800" y="4819650"/>
            <a:ext cx="3038475" cy="361950"/>
          </a:xfrm>
          <a:prstGeom prst="rect">
            <a:avLst/>
          </a:prstGeom>
        </p:spPr>
        <p:txBody>
          <a:bodyPr>
            <a:normAutofit/>
          </a:bodyPr>
          <a:lstStyle>
            <a:lvl1pPr>
              <a:defRPr sz="2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PRESENTER’S NAME</a:t>
            </a:r>
          </a:p>
        </p:txBody>
      </p:sp>
      <p:sp>
        <p:nvSpPr>
          <p:cNvPr id="17" name="Text Placeholder 15">
            <a:extLst>
              <a:ext uri="{FF2B5EF4-FFF2-40B4-BE49-F238E27FC236}">
                <a16:creationId xmlns:a16="http://schemas.microsoft.com/office/drawing/2014/main" id="{4F09387D-341B-4C85-87A4-672146983BBC}"/>
              </a:ext>
            </a:extLst>
          </p:cNvPr>
          <p:cNvSpPr>
            <a:spLocks noGrp="1"/>
          </p:cNvSpPr>
          <p:nvPr>
            <p:ph type="body" sz="quarter" idx="16" hasCustomPrompt="1"/>
          </p:nvPr>
        </p:nvSpPr>
        <p:spPr>
          <a:xfrm>
            <a:off x="4124325" y="5219700"/>
            <a:ext cx="3038475" cy="361950"/>
          </a:xfrm>
          <a:prstGeom prst="rect">
            <a:avLst/>
          </a:prstGeom>
        </p:spPr>
        <p:txBody>
          <a:bodyPr>
            <a:normAutofit/>
          </a:bodyPr>
          <a:lstStyle>
            <a:lvl1pPr>
              <a:defRPr sz="16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Date</a:t>
            </a:r>
          </a:p>
        </p:txBody>
      </p:sp>
    </p:spTree>
    <p:extLst>
      <p:ext uri="{BB962C8B-B14F-4D97-AF65-F5344CB8AC3E}">
        <p14:creationId xmlns:p14="http://schemas.microsoft.com/office/powerpoint/2010/main" val="1793163224"/>
      </p:ext>
    </p:extLst>
  </p:cSld>
  <p:clrMapOvr>
    <a:masterClrMapping/>
  </p:clrMapOvr>
  <p:extLst>
    <p:ext uri="{DCECCB84-F9BA-43D5-87BE-67443E8EF086}">
      <p15:sldGuideLst xmlns:p15="http://schemas.microsoft.com/office/powerpoint/2012/main">
        <p15:guide id="2" pos="31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C Wlcome Slide - Clea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8BBB9E-1D46-4B49-BDC8-38A30F0E5DC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Text Placeholder 11">
            <a:extLst>
              <a:ext uri="{FF2B5EF4-FFF2-40B4-BE49-F238E27FC236}">
                <a16:creationId xmlns:a16="http://schemas.microsoft.com/office/drawing/2014/main" id="{03951E34-15D8-46F8-84EC-E6D6205CF811}"/>
              </a:ext>
            </a:extLst>
          </p:cNvPr>
          <p:cNvSpPr>
            <a:spLocks noGrp="1"/>
          </p:cNvSpPr>
          <p:nvPr>
            <p:ph type="body" sz="quarter" idx="13" hasCustomPrompt="1"/>
          </p:nvPr>
        </p:nvSpPr>
        <p:spPr>
          <a:xfrm>
            <a:off x="400050" y="2308226"/>
            <a:ext cx="3124199" cy="885825"/>
          </a:xfrm>
          <a:prstGeom prst="rect">
            <a:avLst/>
          </a:prstGeom>
        </p:spPr>
        <p:txBody>
          <a:bodyPr>
            <a:noAutofit/>
          </a:bodyPr>
          <a:lstStyle>
            <a:lvl1pPr>
              <a:defRPr sz="3200" b="1"/>
            </a:lvl1pPr>
          </a:lstStyle>
          <a:p>
            <a:pPr lvl="0"/>
            <a:r>
              <a:rPr lang="en-US" dirty="0"/>
              <a:t>CLICK HERE TO ADD TITLE</a:t>
            </a:r>
          </a:p>
        </p:txBody>
      </p:sp>
      <p:sp>
        <p:nvSpPr>
          <p:cNvPr id="12" name="Text Placeholder 13">
            <a:extLst>
              <a:ext uri="{FF2B5EF4-FFF2-40B4-BE49-F238E27FC236}">
                <a16:creationId xmlns:a16="http://schemas.microsoft.com/office/drawing/2014/main" id="{8864FF49-038D-4840-BC75-892F7B566477}"/>
              </a:ext>
            </a:extLst>
          </p:cNvPr>
          <p:cNvSpPr>
            <a:spLocks noGrp="1"/>
          </p:cNvSpPr>
          <p:nvPr>
            <p:ph type="body" sz="quarter" idx="14" hasCustomPrompt="1"/>
          </p:nvPr>
        </p:nvSpPr>
        <p:spPr>
          <a:xfrm>
            <a:off x="400049" y="3333751"/>
            <a:ext cx="3124201" cy="1314450"/>
          </a:xfrm>
          <a:prstGeom prst="rect">
            <a:avLst/>
          </a:prstGeom>
        </p:spPr>
        <p:txBody>
          <a:bodyPr>
            <a:normAutofit/>
          </a:bodyPr>
          <a:lstStyle>
            <a:lvl2pPr marL="0" indent="0">
              <a:defRPr sz="2000"/>
            </a:lvl2pPr>
          </a:lstStyle>
          <a:p>
            <a:pPr lvl="1"/>
            <a:r>
              <a:rPr lang="en-US" dirty="0"/>
              <a:t>Click here to add subtitle</a:t>
            </a:r>
          </a:p>
        </p:txBody>
      </p:sp>
      <p:sp>
        <p:nvSpPr>
          <p:cNvPr id="13" name="Text Placeholder 15">
            <a:extLst>
              <a:ext uri="{FF2B5EF4-FFF2-40B4-BE49-F238E27FC236}">
                <a16:creationId xmlns:a16="http://schemas.microsoft.com/office/drawing/2014/main" id="{F2D8ADAB-8775-42D5-AFD7-6D102E61B535}"/>
              </a:ext>
            </a:extLst>
          </p:cNvPr>
          <p:cNvSpPr>
            <a:spLocks noGrp="1"/>
          </p:cNvSpPr>
          <p:nvPr>
            <p:ph type="body" sz="quarter" idx="15" hasCustomPrompt="1"/>
          </p:nvPr>
        </p:nvSpPr>
        <p:spPr>
          <a:xfrm>
            <a:off x="4114800" y="4819650"/>
            <a:ext cx="3038475" cy="361950"/>
          </a:xfrm>
          <a:prstGeom prst="rect">
            <a:avLst/>
          </a:prstGeom>
        </p:spPr>
        <p:txBody>
          <a:bodyPr>
            <a:normAutofit/>
          </a:bodyPr>
          <a:lstStyle>
            <a:lvl1pPr>
              <a:defRPr sz="2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PRESENTER’S NAME</a:t>
            </a:r>
          </a:p>
        </p:txBody>
      </p:sp>
      <p:sp>
        <p:nvSpPr>
          <p:cNvPr id="14" name="Text Placeholder 15">
            <a:extLst>
              <a:ext uri="{FF2B5EF4-FFF2-40B4-BE49-F238E27FC236}">
                <a16:creationId xmlns:a16="http://schemas.microsoft.com/office/drawing/2014/main" id="{1BF96D9E-26BC-44AE-A651-EEE9DF041FE0}"/>
              </a:ext>
            </a:extLst>
          </p:cNvPr>
          <p:cNvSpPr>
            <a:spLocks noGrp="1"/>
          </p:cNvSpPr>
          <p:nvPr>
            <p:ph type="body" sz="quarter" idx="16" hasCustomPrompt="1"/>
          </p:nvPr>
        </p:nvSpPr>
        <p:spPr>
          <a:xfrm>
            <a:off x="4124325" y="5219700"/>
            <a:ext cx="3038475" cy="361950"/>
          </a:xfrm>
          <a:prstGeom prst="rect">
            <a:avLst/>
          </a:prstGeom>
        </p:spPr>
        <p:txBody>
          <a:bodyPr>
            <a:normAutofit/>
          </a:bodyPr>
          <a:lstStyle>
            <a:lvl1pPr>
              <a:defRPr sz="16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Date</a:t>
            </a:r>
          </a:p>
        </p:txBody>
      </p:sp>
    </p:spTree>
    <p:extLst>
      <p:ext uri="{BB962C8B-B14F-4D97-AF65-F5344CB8AC3E}">
        <p14:creationId xmlns:p14="http://schemas.microsoft.com/office/powerpoint/2010/main" val="113618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C Title and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49" y="1352551"/>
            <a:ext cx="8429624" cy="695324"/>
          </a:xfrm>
          <a:prstGeom prst="rect">
            <a:avLst/>
          </a:prstGeom>
        </p:spPr>
        <p:txBody>
          <a:bodyPr anchor="t">
            <a:normAutofit/>
          </a:bodyPr>
          <a:lstStyle>
            <a:lvl1pPr>
              <a:defRPr sz="3200" b="1">
                <a:solidFill>
                  <a:srgbClr val="C2D500"/>
                </a:solidFill>
                <a:latin typeface="Arial" panose="020B0604020202020204" pitchFamily="34" charset="0"/>
                <a:cs typeface="Arial" panose="020B0604020202020204" pitchFamily="34" charset="0"/>
              </a:defRPr>
            </a:lvl1pPr>
          </a:lstStyle>
          <a:p>
            <a:r>
              <a:rPr lang="en-US" dirty="0"/>
              <a:t>CLICK HERE TO ADD TITLE</a:t>
            </a:r>
          </a:p>
        </p:txBody>
      </p:sp>
      <p:sp>
        <p:nvSpPr>
          <p:cNvPr id="3" name="Text Placeholder 2"/>
          <p:cNvSpPr>
            <a:spLocks noGrp="1"/>
          </p:cNvSpPr>
          <p:nvPr>
            <p:ph type="body" idx="1" hasCustomPrompt="1"/>
          </p:nvPr>
        </p:nvSpPr>
        <p:spPr>
          <a:xfrm>
            <a:off x="438150" y="2152650"/>
            <a:ext cx="8429624" cy="3937002"/>
          </a:xfrm>
          <a:prstGeom prst="rect">
            <a:avLst/>
          </a:prstGeom>
        </p:spPr>
        <p:txBody>
          <a:bodyPr>
            <a:normAutofit/>
          </a:bodyPr>
          <a:lstStyle>
            <a:lvl1pPr marL="0" indent="0">
              <a:buNone/>
              <a:defRPr sz="2000" b="0">
                <a:solidFill>
                  <a:schemeClr val="tx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here to add content</a:t>
            </a:r>
          </a:p>
        </p:txBody>
      </p:sp>
      <p:sp>
        <p:nvSpPr>
          <p:cNvPr id="14" name="Date Placeholder 13">
            <a:extLst>
              <a:ext uri="{FF2B5EF4-FFF2-40B4-BE49-F238E27FC236}">
                <a16:creationId xmlns:a16="http://schemas.microsoft.com/office/drawing/2014/main" id="{98A87304-0B93-4962-81D0-5B9292BB8B2B}"/>
              </a:ext>
            </a:extLst>
          </p:cNvPr>
          <p:cNvSpPr>
            <a:spLocks noGrp="1"/>
          </p:cNvSpPr>
          <p:nvPr>
            <p:ph type="dt" sz="half" idx="10"/>
          </p:nvPr>
        </p:nvSpPr>
        <p:spPr/>
        <p:txBody>
          <a:bodyPr/>
          <a:lstStyle/>
          <a:p>
            <a:fld id="{24780C45-AECF-4FAD-8B8B-95DBD0DE8B66}" type="datetimeFigureOut">
              <a:rPr lang="en-US" smtClean="0"/>
              <a:t>11/6/2025</a:t>
            </a:fld>
            <a:endParaRPr lang="en-US" dirty="0"/>
          </a:p>
        </p:txBody>
      </p:sp>
      <p:sp>
        <p:nvSpPr>
          <p:cNvPr id="15" name="Footer Placeholder 14">
            <a:extLst>
              <a:ext uri="{FF2B5EF4-FFF2-40B4-BE49-F238E27FC236}">
                <a16:creationId xmlns:a16="http://schemas.microsoft.com/office/drawing/2014/main" id="{81AD972F-31E9-41FE-9EC2-58F155D59521}"/>
              </a:ext>
            </a:extLst>
          </p:cNvPr>
          <p:cNvSpPr>
            <a:spLocks noGrp="1"/>
          </p:cNvSpPr>
          <p:nvPr>
            <p:ph type="ftr" sz="quarter" idx="11"/>
          </p:nvPr>
        </p:nvSpPr>
        <p:spPr/>
        <p:txBody>
          <a:bodyPr/>
          <a:lstStyle/>
          <a:p>
            <a:endParaRPr lang="en-US" dirty="0"/>
          </a:p>
        </p:txBody>
      </p:sp>
      <p:sp>
        <p:nvSpPr>
          <p:cNvPr id="16" name="Slide Number Placeholder 15">
            <a:extLst>
              <a:ext uri="{FF2B5EF4-FFF2-40B4-BE49-F238E27FC236}">
                <a16:creationId xmlns:a16="http://schemas.microsoft.com/office/drawing/2014/main" id="{F5BD90DD-90C6-4B5D-8AE6-B82E129E1554}"/>
              </a:ext>
            </a:extLst>
          </p:cNvPr>
          <p:cNvSpPr>
            <a:spLocks noGrp="1"/>
          </p:cNvSpPr>
          <p:nvPr>
            <p:ph type="sldNum" sz="quarter" idx="12"/>
          </p:nvPr>
        </p:nvSpPr>
        <p:spPr/>
        <p:txBody>
          <a:bodyPr/>
          <a:lstStyle/>
          <a:p>
            <a:fld id="{44C7F3B8-1790-471A-9B61-2A76B81399FE}" type="slidenum">
              <a:rPr lang="en-US" smtClean="0"/>
              <a:t>‹#›</a:t>
            </a:fld>
            <a:endParaRPr lang="en-US"/>
          </a:p>
        </p:txBody>
      </p:sp>
    </p:spTree>
    <p:extLst>
      <p:ext uri="{BB962C8B-B14F-4D97-AF65-F5344CB8AC3E}">
        <p14:creationId xmlns:p14="http://schemas.microsoft.com/office/powerpoint/2010/main" val="3985275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C Title, Subtitle and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49" y="1352551"/>
            <a:ext cx="8429624" cy="695324"/>
          </a:xfrm>
          <a:prstGeom prst="rect">
            <a:avLst/>
          </a:prstGeom>
        </p:spPr>
        <p:txBody>
          <a:bodyPr anchor="t">
            <a:normAutofit/>
          </a:bodyPr>
          <a:lstStyle>
            <a:lvl1pPr>
              <a:defRPr sz="3200" b="1">
                <a:solidFill>
                  <a:srgbClr val="C2D500"/>
                </a:solidFill>
                <a:latin typeface="Arial" panose="020B0604020202020204" pitchFamily="34" charset="0"/>
                <a:cs typeface="Arial" panose="020B0604020202020204" pitchFamily="34" charset="0"/>
              </a:defRPr>
            </a:lvl1pPr>
          </a:lstStyle>
          <a:p>
            <a:r>
              <a:rPr lang="en-US" dirty="0"/>
              <a:t>CLICK HERE TO ADD TITLE</a:t>
            </a:r>
          </a:p>
        </p:txBody>
      </p:sp>
      <p:sp>
        <p:nvSpPr>
          <p:cNvPr id="3" name="Text Placeholder 2"/>
          <p:cNvSpPr>
            <a:spLocks noGrp="1"/>
          </p:cNvSpPr>
          <p:nvPr>
            <p:ph type="body" idx="1" hasCustomPrompt="1"/>
          </p:nvPr>
        </p:nvSpPr>
        <p:spPr>
          <a:xfrm>
            <a:off x="438150" y="2990850"/>
            <a:ext cx="8429624" cy="3098802"/>
          </a:xfrm>
          <a:prstGeom prst="rect">
            <a:avLst/>
          </a:prstGeom>
        </p:spPr>
        <p:txBody>
          <a:bodyPr/>
          <a:lstStyle>
            <a:lvl1pPr marL="0" indent="0">
              <a:buNone/>
              <a:defRPr sz="2000" b="0">
                <a:solidFill>
                  <a:schemeClr val="tx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here to add content</a:t>
            </a:r>
          </a:p>
        </p:txBody>
      </p:sp>
      <p:sp>
        <p:nvSpPr>
          <p:cNvPr id="7" name="Date Placeholder 6">
            <a:extLst>
              <a:ext uri="{FF2B5EF4-FFF2-40B4-BE49-F238E27FC236}">
                <a16:creationId xmlns:a16="http://schemas.microsoft.com/office/drawing/2014/main" id="{B7E7C59D-D438-4CCD-A90B-870FF7FA915F}"/>
              </a:ext>
            </a:extLst>
          </p:cNvPr>
          <p:cNvSpPr>
            <a:spLocks noGrp="1"/>
          </p:cNvSpPr>
          <p:nvPr>
            <p:ph type="dt" sz="half" idx="10"/>
          </p:nvPr>
        </p:nvSpPr>
        <p:spPr/>
        <p:txBody>
          <a:bodyPr/>
          <a:lstStyle/>
          <a:p>
            <a:fld id="{24780C45-AECF-4FAD-8B8B-95DBD0DE8B66}" type="datetimeFigureOut">
              <a:rPr lang="en-US" smtClean="0"/>
              <a:t>11/6/2025</a:t>
            </a:fld>
            <a:endParaRPr lang="en-US" dirty="0"/>
          </a:p>
        </p:txBody>
      </p:sp>
      <p:sp>
        <p:nvSpPr>
          <p:cNvPr id="8" name="Footer Placeholder 7">
            <a:extLst>
              <a:ext uri="{FF2B5EF4-FFF2-40B4-BE49-F238E27FC236}">
                <a16:creationId xmlns:a16="http://schemas.microsoft.com/office/drawing/2014/main" id="{A9113652-A828-4862-A907-6A5A893D13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D871A7E-81C2-475D-8161-28BDF95B4B9B}"/>
              </a:ext>
            </a:extLst>
          </p:cNvPr>
          <p:cNvSpPr>
            <a:spLocks noGrp="1"/>
          </p:cNvSpPr>
          <p:nvPr>
            <p:ph type="sldNum" sz="quarter" idx="12"/>
          </p:nvPr>
        </p:nvSpPr>
        <p:spPr/>
        <p:txBody>
          <a:bodyPr/>
          <a:lstStyle/>
          <a:p>
            <a:fld id="{44C7F3B8-1790-471A-9B61-2A76B81399FE}" type="slidenum">
              <a:rPr lang="en-US" smtClean="0"/>
              <a:t>‹#›</a:t>
            </a:fld>
            <a:endParaRPr lang="en-US"/>
          </a:p>
        </p:txBody>
      </p:sp>
      <p:sp>
        <p:nvSpPr>
          <p:cNvPr id="10" name="Text Placeholder 2">
            <a:extLst>
              <a:ext uri="{FF2B5EF4-FFF2-40B4-BE49-F238E27FC236}">
                <a16:creationId xmlns:a16="http://schemas.microsoft.com/office/drawing/2014/main" id="{C1C8BB39-9982-4FFF-B5B4-9745A675D398}"/>
              </a:ext>
            </a:extLst>
          </p:cNvPr>
          <p:cNvSpPr>
            <a:spLocks noGrp="1"/>
          </p:cNvSpPr>
          <p:nvPr>
            <p:ph type="body" idx="13" hasCustomPrompt="1"/>
          </p:nvPr>
        </p:nvSpPr>
        <p:spPr>
          <a:xfrm>
            <a:off x="438149" y="2143125"/>
            <a:ext cx="8429624" cy="781050"/>
          </a:xfrm>
          <a:prstGeom prst="rect">
            <a:avLst/>
          </a:prstGeom>
        </p:spPr>
        <p:txBody>
          <a:bodyPr/>
          <a:lstStyle>
            <a:lvl1pPr marL="0" indent="0">
              <a:buNone/>
              <a:defRPr sz="2400" b="1">
                <a:solidFill>
                  <a:schemeClr val="tx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here to add subtitle</a:t>
            </a:r>
          </a:p>
        </p:txBody>
      </p:sp>
    </p:spTree>
    <p:extLst>
      <p:ext uri="{BB962C8B-B14F-4D97-AF65-F5344CB8AC3E}">
        <p14:creationId xmlns:p14="http://schemas.microsoft.com/office/powerpoint/2010/main" val="2766189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C Title and Bullet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49" y="1352551"/>
            <a:ext cx="8429625" cy="695324"/>
          </a:xfrm>
          <a:prstGeom prst="rect">
            <a:avLst/>
          </a:prstGeom>
        </p:spPr>
        <p:txBody>
          <a:bodyPr anchor="t">
            <a:normAutofit/>
          </a:bodyPr>
          <a:lstStyle>
            <a:lvl1pPr>
              <a:defRPr sz="3200" b="1">
                <a:solidFill>
                  <a:srgbClr val="C2D500"/>
                </a:solidFill>
                <a:latin typeface="Arial" panose="020B0604020202020204" pitchFamily="34" charset="0"/>
                <a:cs typeface="Arial" panose="020B0604020202020204" pitchFamily="34" charset="0"/>
              </a:defRPr>
            </a:lvl1pPr>
          </a:lstStyle>
          <a:p>
            <a:r>
              <a:rPr lang="en-US" dirty="0"/>
              <a:t>CLICK HERE TO ADD TITLE</a:t>
            </a:r>
          </a:p>
        </p:txBody>
      </p:sp>
      <p:sp>
        <p:nvSpPr>
          <p:cNvPr id="3" name="Text Placeholder 2"/>
          <p:cNvSpPr>
            <a:spLocks noGrp="1"/>
          </p:cNvSpPr>
          <p:nvPr>
            <p:ph type="body" idx="1"/>
          </p:nvPr>
        </p:nvSpPr>
        <p:spPr>
          <a:xfrm>
            <a:off x="438150" y="2143125"/>
            <a:ext cx="8429624" cy="3946527"/>
          </a:xfrm>
          <a:prstGeom prst="rect">
            <a:avLst/>
          </a:prstGeom>
        </p:spPr>
        <p:txBody>
          <a:bodyPr>
            <a:normAutofit/>
          </a:bodyPr>
          <a:lstStyle>
            <a:lvl1pPr marL="342900" indent="-3429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1pPr>
            <a:lvl2pPr marL="628650" indent="-342900">
              <a:buFont typeface="Wingdings" panose="05000000000000000000" pitchFamily="2" charset="2"/>
              <a:buChar char="§"/>
              <a:defRPr sz="1800">
                <a:solidFill>
                  <a:schemeClr val="tx1"/>
                </a:solidFill>
                <a:latin typeface="Arial" panose="020B0604020202020204" pitchFamily="34" charset="0"/>
                <a:cs typeface="Arial" panose="020B0604020202020204" pitchFamily="34" charset="0"/>
              </a:defRPr>
            </a:lvl2pPr>
            <a:lvl3pPr marL="914400" indent="-285750">
              <a:buFont typeface="Wingdings" panose="05000000000000000000" pitchFamily="2" charset="2"/>
              <a:buChar char="§"/>
              <a:tabLst>
                <a:tab pos="914400" algn="l"/>
              </a:tabLst>
              <a:defRPr sz="1600">
                <a:solidFill>
                  <a:schemeClr val="tx1"/>
                </a:solidFill>
                <a:latin typeface="Arial" panose="020B0604020202020204" pitchFamily="34" charset="0"/>
                <a:cs typeface="Arial" panose="020B0604020202020204" pitchFamily="34" charset="0"/>
              </a:defRPr>
            </a:lvl3pPr>
            <a:lvl4pPr marL="1314450" indent="-285750">
              <a:buFont typeface="Wingdings" panose="05000000000000000000" pitchFamily="2" charset="2"/>
              <a:buChar char="§"/>
              <a:defRPr sz="1600">
                <a:solidFill>
                  <a:schemeClr val="tx1">
                    <a:tint val="75000"/>
                  </a:schemeClr>
                </a:solidFill>
              </a:defRPr>
            </a:lvl4pPr>
            <a:lvl5pPr marL="1657350" indent="-285750">
              <a:buFont typeface="Wingdings" panose="05000000000000000000" pitchFamily="2" charset="2"/>
              <a:buChar char="§"/>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a:p>
            <a:pPr lvl="1"/>
            <a:r>
              <a:rPr lang="en-US" dirty="0"/>
              <a:t>Second level</a:t>
            </a:r>
          </a:p>
          <a:p>
            <a:pPr lvl="2"/>
            <a:r>
              <a:rPr lang="en-US" dirty="0"/>
              <a:t>Third level</a:t>
            </a:r>
          </a:p>
        </p:txBody>
      </p:sp>
      <p:sp>
        <p:nvSpPr>
          <p:cNvPr id="7" name="Date Placeholder 6">
            <a:extLst>
              <a:ext uri="{FF2B5EF4-FFF2-40B4-BE49-F238E27FC236}">
                <a16:creationId xmlns:a16="http://schemas.microsoft.com/office/drawing/2014/main" id="{B7E7C59D-D438-4CCD-A90B-870FF7FA915F}"/>
              </a:ext>
            </a:extLst>
          </p:cNvPr>
          <p:cNvSpPr>
            <a:spLocks noGrp="1"/>
          </p:cNvSpPr>
          <p:nvPr>
            <p:ph type="dt" sz="half" idx="10"/>
          </p:nvPr>
        </p:nvSpPr>
        <p:spPr/>
        <p:txBody>
          <a:bodyPr/>
          <a:lstStyle/>
          <a:p>
            <a:fld id="{24780C45-AECF-4FAD-8B8B-95DBD0DE8B66}" type="datetimeFigureOut">
              <a:rPr lang="en-US" smtClean="0"/>
              <a:t>11/6/2025</a:t>
            </a:fld>
            <a:endParaRPr lang="en-US" dirty="0"/>
          </a:p>
        </p:txBody>
      </p:sp>
      <p:sp>
        <p:nvSpPr>
          <p:cNvPr id="8" name="Footer Placeholder 7">
            <a:extLst>
              <a:ext uri="{FF2B5EF4-FFF2-40B4-BE49-F238E27FC236}">
                <a16:creationId xmlns:a16="http://schemas.microsoft.com/office/drawing/2014/main" id="{A9113652-A828-4862-A907-6A5A893D13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D871A7E-81C2-475D-8161-28BDF95B4B9B}"/>
              </a:ext>
            </a:extLst>
          </p:cNvPr>
          <p:cNvSpPr>
            <a:spLocks noGrp="1"/>
          </p:cNvSpPr>
          <p:nvPr>
            <p:ph type="sldNum" sz="quarter" idx="12"/>
          </p:nvPr>
        </p:nvSpPr>
        <p:spPr/>
        <p:txBody>
          <a:bodyPr/>
          <a:lstStyle/>
          <a:p>
            <a:fld id="{44C7F3B8-1790-471A-9B61-2A76B81399FE}" type="slidenum">
              <a:rPr lang="en-US" smtClean="0"/>
              <a:t>‹#›</a:t>
            </a:fld>
            <a:endParaRPr lang="en-US"/>
          </a:p>
        </p:txBody>
      </p:sp>
    </p:spTree>
    <p:extLst>
      <p:ext uri="{BB962C8B-B14F-4D97-AF65-F5344CB8AC3E}">
        <p14:creationId xmlns:p14="http://schemas.microsoft.com/office/powerpoint/2010/main" val="1595406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C Picture/Graph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B57F6F-FA8D-4122-A15A-D609D20B9F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Text Placeholder 11">
            <a:extLst>
              <a:ext uri="{FF2B5EF4-FFF2-40B4-BE49-F238E27FC236}">
                <a16:creationId xmlns:a16="http://schemas.microsoft.com/office/drawing/2014/main" id="{77C9B23A-137F-4B21-848C-D565E2A63FDE}"/>
              </a:ext>
            </a:extLst>
          </p:cNvPr>
          <p:cNvSpPr>
            <a:spLocks noGrp="1"/>
          </p:cNvSpPr>
          <p:nvPr>
            <p:ph type="body" sz="quarter" idx="10" hasCustomPrompt="1"/>
          </p:nvPr>
        </p:nvSpPr>
        <p:spPr>
          <a:xfrm>
            <a:off x="476250" y="352426"/>
            <a:ext cx="8258175" cy="533400"/>
          </a:xfrm>
          <a:prstGeom prst="rect">
            <a:avLst/>
          </a:prstGeom>
        </p:spPr>
        <p:txBody>
          <a:bodyPr>
            <a:normAutofit/>
          </a:bodyPr>
          <a:lstStyle>
            <a:lvl1pPr>
              <a:defRPr sz="3200" b="1">
                <a:solidFill>
                  <a:srgbClr val="C2D500"/>
                </a:solidFill>
              </a:defRPr>
            </a:lvl1pPr>
          </a:lstStyle>
          <a:p>
            <a:pPr lvl="0"/>
            <a:r>
              <a:rPr lang="en-US" dirty="0"/>
              <a:t>CLICK HERE TO ADD TITLE</a:t>
            </a:r>
          </a:p>
        </p:txBody>
      </p:sp>
      <p:sp>
        <p:nvSpPr>
          <p:cNvPr id="14" name="Picture Placeholder 13">
            <a:extLst>
              <a:ext uri="{FF2B5EF4-FFF2-40B4-BE49-F238E27FC236}">
                <a16:creationId xmlns:a16="http://schemas.microsoft.com/office/drawing/2014/main" id="{62FAC1D3-42F0-4EAD-BF4C-E040AB235D80}"/>
              </a:ext>
            </a:extLst>
          </p:cNvPr>
          <p:cNvSpPr>
            <a:spLocks noGrp="1"/>
          </p:cNvSpPr>
          <p:nvPr>
            <p:ph type="pic" sz="quarter" idx="11"/>
          </p:nvPr>
        </p:nvSpPr>
        <p:spPr>
          <a:xfrm>
            <a:off x="466725" y="1104900"/>
            <a:ext cx="8001000" cy="4533900"/>
          </a:xfrm>
          <a:prstGeom prst="rect">
            <a:avLst/>
          </a:prstGeom>
        </p:spPr>
        <p:txBody>
          <a:bodyPr/>
          <a:lstStyle/>
          <a:p>
            <a:endParaRPr lang="en-US" dirty="0"/>
          </a:p>
        </p:txBody>
      </p:sp>
    </p:spTree>
    <p:extLst>
      <p:ext uri="{BB962C8B-B14F-4D97-AF65-F5344CB8AC3E}">
        <p14:creationId xmlns:p14="http://schemas.microsoft.com/office/powerpoint/2010/main" val="1778651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C Two Pictures/Graphs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D70B1B-6620-469B-BBF3-CCDCB939992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Text Placeholder 11">
            <a:extLst>
              <a:ext uri="{FF2B5EF4-FFF2-40B4-BE49-F238E27FC236}">
                <a16:creationId xmlns:a16="http://schemas.microsoft.com/office/drawing/2014/main" id="{77C9B23A-137F-4B21-848C-D565E2A63FDE}"/>
              </a:ext>
            </a:extLst>
          </p:cNvPr>
          <p:cNvSpPr>
            <a:spLocks noGrp="1"/>
          </p:cNvSpPr>
          <p:nvPr>
            <p:ph type="body" sz="quarter" idx="10" hasCustomPrompt="1"/>
          </p:nvPr>
        </p:nvSpPr>
        <p:spPr>
          <a:xfrm>
            <a:off x="476250" y="352426"/>
            <a:ext cx="8258175" cy="533400"/>
          </a:xfrm>
          <a:prstGeom prst="rect">
            <a:avLst/>
          </a:prstGeom>
        </p:spPr>
        <p:txBody>
          <a:bodyPr>
            <a:normAutofit/>
          </a:bodyPr>
          <a:lstStyle>
            <a:lvl1pPr>
              <a:defRPr sz="3200" b="1">
                <a:solidFill>
                  <a:srgbClr val="C2D500"/>
                </a:solidFill>
              </a:defRPr>
            </a:lvl1pPr>
          </a:lstStyle>
          <a:p>
            <a:pPr lvl="0"/>
            <a:r>
              <a:rPr lang="en-US" dirty="0"/>
              <a:t>CLICK HERE TO ADD TITLE</a:t>
            </a:r>
          </a:p>
        </p:txBody>
      </p:sp>
      <p:sp>
        <p:nvSpPr>
          <p:cNvPr id="14" name="Picture Placeholder 13">
            <a:extLst>
              <a:ext uri="{FF2B5EF4-FFF2-40B4-BE49-F238E27FC236}">
                <a16:creationId xmlns:a16="http://schemas.microsoft.com/office/drawing/2014/main" id="{62FAC1D3-42F0-4EAD-BF4C-E040AB235D80}"/>
              </a:ext>
            </a:extLst>
          </p:cNvPr>
          <p:cNvSpPr>
            <a:spLocks noGrp="1"/>
          </p:cNvSpPr>
          <p:nvPr>
            <p:ph type="pic" sz="quarter" idx="11"/>
          </p:nvPr>
        </p:nvSpPr>
        <p:spPr>
          <a:xfrm>
            <a:off x="466724" y="1104900"/>
            <a:ext cx="3895725" cy="4533900"/>
          </a:xfrm>
          <a:prstGeom prst="rect">
            <a:avLst/>
          </a:prstGeom>
        </p:spPr>
        <p:txBody>
          <a:bodyPr/>
          <a:lstStyle/>
          <a:p>
            <a:endParaRPr lang="en-US" dirty="0"/>
          </a:p>
        </p:txBody>
      </p:sp>
      <p:sp>
        <p:nvSpPr>
          <p:cNvPr id="6" name="Picture Placeholder 13">
            <a:extLst>
              <a:ext uri="{FF2B5EF4-FFF2-40B4-BE49-F238E27FC236}">
                <a16:creationId xmlns:a16="http://schemas.microsoft.com/office/drawing/2014/main" id="{1757FED4-10C5-481A-A547-43F7FE14B921}"/>
              </a:ext>
            </a:extLst>
          </p:cNvPr>
          <p:cNvSpPr>
            <a:spLocks noGrp="1"/>
          </p:cNvSpPr>
          <p:nvPr>
            <p:ph type="pic" sz="quarter" idx="12"/>
          </p:nvPr>
        </p:nvSpPr>
        <p:spPr>
          <a:xfrm>
            <a:off x="4572000" y="1104900"/>
            <a:ext cx="3895725" cy="4533900"/>
          </a:xfrm>
          <a:prstGeom prst="rect">
            <a:avLst/>
          </a:prstGeom>
        </p:spPr>
        <p:txBody>
          <a:bodyPr/>
          <a:lstStyle/>
          <a:p>
            <a:endParaRPr lang="en-US" dirty="0"/>
          </a:p>
        </p:txBody>
      </p:sp>
    </p:spTree>
    <p:extLst>
      <p:ext uri="{BB962C8B-B14F-4D97-AF65-F5344CB8AC3E}">
        <p14:creationId xmlns:p14="http://schemas.microsoft.com/office/powerpoint/2010/main" val="3955813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C Copy + Picture Sl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780C45-AECF-4FAD-8B8B-95DBD0DE8B66}" type="datetimeFigureOut">
              <a:rPr lang="en-US" smtClean="0"/>
              <a:t>11/6/2025</a:t>
            </a:fld>
            <a:endParaRPr lang="en-US" dirty="0"/>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C7F3B8-1790-471A-9B61-2A76B81399FE}" type="slidenum">
              <a:rPr lang="en-US" smtClean="0"/>
              <a:t>‹#›</a:t>
            </a:fld>
            <a:endParaRPr lang="en-US"/>
          </a:p>
        </p:txBody>
      </p:sp>
      <p:sp>
        <p:nvSpPr>
          <p:cNvPr id="5" name="Picture Placeholder 13">
            <a:extLst>
              <a:ext uri="{FF2B5EF4-FFF2-40B4-BE49-F238E27FC236}">
                <a16:creationId xmlns:a16="http://schemas.microsoft.com/office/drawing/2014/main" id="{F5C4F14A-258C-4180-A333-A5914505002F}"/>
              </a:ext>
            </a:extLst>
          </p:cNvPr>
          <p:cNvSpPr>
            <a:spLocks noGrp="1"/>
          </p:cNvSpPr>
          <p:nvPr>
            <p:ph type="pic" sz="quarter" idx="13"/>
          </p:nvPr>
        </p:nvSpPr>
        <p:spPr>
          <a:xfrm>
            <a:off x="4972049" y="1809750"/>
            <a:ext cx="3895725" cy="4533900"/>
          </a:xfrm>
          <a:prstGeom prst="rect">
            <a:avLst/>
          </a:prstGeom>
        </p:spPr>
        <p:txBody>
          <a:bodyPr/>
          <a:lstStyle/>
          <a:p>
            <a:endParaRPr lang="en-US" dirty="0"/>
          </a:p>
        </p:txBody>
      </p:sp>
      <p:sp>
        <p:nvSpPr>
          <p:cNvPr id="8" name="Text Placeholder 11">
            <a:extLst>
              <a:ext uri="{FF2B5EF4-FFF2-40B4-BE49-F238E27FC236}">
                <a16:creationId xmlns:a16="http://schemas.microsoft.com/office/drawing/2014/main" id="{B5E9CCC1-AB1E-4B1F-8845-84B94D01049F}"/>
              </a:ext>
            </a:extLst>
          </p:cNvPr>
          <p:cNvSpPr>
            <a:spLocks noGrp="1"/>
          </p:cNvSpPr>
          <p:nvPr>
            <p:ph type="body" sz="quarter" idx="15" hasCustomPrompt="1"/>
          </p:nvPr>
        </p:nvSpPr>
        <p:spPr>
          <a:xfrm>
            <a:off x="452438" y="1161020"/>
            <a:ext cx="8415336" cy="533400"/>
          </a:xfrm>
          <a:prstGeom prst="rect">
            <a:avLst/>
          </a:prstGeom>
        </p:spPr>
        <p:txBody>
          <a:bodyPr>
            <a:normAutofit/>
          </a:bodyPr>
          <a:lstStyle>
            <a:lvl1pPr>
              <a:defRPr sz="3200" b="1">
                <a:solidFill>
                  <a:srgbClr val="C2D500"/>
                </a:solidFill>
              </a:defRPr>
            </a:lvl1pPr>
          </a:lstStyle>
          <a:p>
            <a:pPr lvl="0"/>
            <a:r>
              <a:rPr lang="en-US" dirty="0"/>
              <a:t>CLICK HERE TO ADD TITLE</a:t>
            </a:r>
          </a:p>
        </p:txBody>
      </p:sp>
      <p:sp>
        <p:nvSpPr>
          <p:cNvPr id="9" name="Text Placeholder 2">
            <a:extLst>
              <a:ext uri="{FF2B5EF4-FFF2-40B4-BE49-F238E27FC236}">
                <a16:creationId xmlns:a16="http://schemas.microsoft.com/office/drawing/2014/main" id="{2F5D13DB-6537-4349-92C5-2126C6538B0C}"/>
              </a:ext>
            </a:extLst>
          </p:cNvPr>
          <p:cNvSpPr>
            <a:spLocks noGrp="1"/>
          </p:cNvSpPr>
          <p:nvPr>
            <p:ph type="body" idx="1"/>
          </p:nvPr>
        </p:nvSpPr>
        <p:spPr>
          <a:xfrm>
            <a:off x="452439" y="1809747"/>
            <a:ext cx="4367212" cy="4533900"/>
          </a:xfrm>
          <a:prstGeom prst="rect">
            <a:avLst/>
          </a:prstGeom>
        </p:spPr>
        <p:txBody>
          <a:bodyPr>
            <a:normAutofit/>
          </a:bodyPr>
          <a:lstStyle>
            <a:lvl1pPr marL="342900" indent="-3429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1pPr>
            <a:lvl2pPr marL="628650" indent="-342900">
              <a:buFont typeface="Wingdings" panose="05000000000000000000" pitchFamily="2" charset="2"/>
              <a:buChar char="§"/>
              <a:defRPr sz="1800">
                <a:solidFill>
                  <a:schemeClr val="tx1"/>
                </a:solidFill>
                <a:latin typeface="Arial" panose="020B0604020202020204" pitchFamily="34" charset="0"/>
                <a:cs typeface="Arial" panose="020B0604020202020204" pitchFamily="34" charset="0"/>
              </a:defRPr>
            </a:lvl2pPr>
            <a:lvl3pPr marL="914400" indent="-285750">
              <a:buFont typeface="Wingdings" panose="05000000000000000000" pitchFamily="2" charset="2"/>
              <a:buChar char="§"/>
              <a:tabLst>
                <a:tab pos="914400" algn="l"/>
              </a:tabLst>
              <a:defRPr sz="1600">
                <a:solidFill>
                  <a:schemeClr val="tx1"/>
                </a:solidFill>
                <a:latin typeface="Arial" panose="020B0604020202020204" pitchFamily="34" charset="0"/>
                <a:cs typeface="Arial" panose="020B0604020202020204" pitchFamily="34" charset="0"/>
              </a:defRPr>
            </a:lvl3pPr>
            <a:lvl4pPr marL="1314450" indent="-285750">
              <a:buFont typeface="Wingdings" panose="05000000000000000000" pitchFamily="2" charset="2"/>
              <a:buChar char="§"/>
              <a:defRPr sz="1600">
                <a:solidFill>
                  <a:schemeClr val="tx1">
                    <a:tint val="75000"/>
                  </a:schemeClr>
                </a:solidFill>
              </a:defRPr>
            </a:lvl4pPr>
            <a:lvl5pPr marL="1657350" indent="-285750">
              <a:buFont typeface="Wingdings" panose="05000000000000000000" pitchFamily="2" charset="2"/>
              <a:buChar char="§"/>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079786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C Thank you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0C1AD7-73D2-472D-943D-57957C5377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4470" y="0"/>
            <a:ext cx="9009530" cy="6858000"/>
          </a:xfrm>
          <a:prstGeom prst="rect">
            <a:avLst/>
          </a:prstGeom>
        </p:spPr>
      </p:pic>
      <p:sp>
        <p:nvSpPr>
          <p:cNvPr id="8" name="Text Placeholder 13">
            <a:extLst>
              <a:ext uri="{FF2B5EF4-FFF2-40B4-BE49-F238E27FC236}">
                <a16:creationId xmlns:a16="http://schemas.microsoft.com/office/drawing/2014/main" id="{3D9B0C65-0EEF-4C43-A37C-71049AEE3863}"/>
              </a:ext>
            </a:extLst>
          </p:cNvPr>
          <p:cNvSpPr>
            <a:spLocks noGrp="1"/>
          </p:cNvSpPr>
          <p:nvPr>
            <p:ph type="body" sz="quarter" idx="14" hasCustomPrompt="1"/>
          </p:nvPr>
        </p:nvSpPr>
        <p:spPr>
          <a:xfrm>
            <a:off x="485774" y="2314576"/>
            <a:ext cx="3124201" cy="2333624"/>
          </a:xfrm>
          <a:prstGeom prst="rect">
            <a:avLst/>
          </a:prstGeom>
        </p:spPr>
        <p:txBody>
          <a:bodyPr>
            <a:normAutofit/>
          </a:bodyPr>
          <a:lstStyle>
            <a:lvl2pPr marL="0" indent="0">
              <a:defRPr sz="1800"/>
            </a:lvl2pPr>
          </a:lstStyle>
          <a:p>
            <a:pPr lvl="1"/>
            <a:r>
              <a:rPr lang="en-US" dirty="0"/>
              <a:t>Click here to add content</a:t>
            </a:r>
          </a:p>
        </p:txBody>
      </p:sp>
    </p:spTree>
    <p:extLst>
      <p:ext uri="{BB962C8B-B14F-4D97-AF65-F5344CB8AC3E}">
        <p14:creationId xmlns:p14="http://schemas.microsoft.com/office/powerpoint/2010/main" val="1275335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C Questions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FEC38C-F442-4D4B-84FC-5CCA8B9904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ext Placeholder 13">
            <a:extLst>
              <a:ext uri="{FF2B5EF4-FFF2-40B4-BE49-F238E27FC236}">
                <a16:creationId xmlns:a16="http://schemas.microsoft.com/office/drawing/2014/main" id="{3D9B0C65-0EEF-4C43-A37C-71049AEE3863}"/>
              </a:ext>
            </a:extLst>
          </p:cNvPr>
          <p:cNvSpPr>
            <a:spLocks noGrp="1"/>
          </p:cNvSpPr>
          <p:nvPr>
            <p:ph type="body" sz="quarter" idx="14" hasCustomPrompt="1"/>
          </p:nvPr>
        </p:nvSpPr>
        <p:spPr>
          <a:xfrm>
            <a:off x="485774" y="2314576"/>
            <a:ext cx="3124201" cy="2333624"/>
          </a:xfrm>
          <a:prstGeom prst="rect">
            <a:avLst/>
          </a:prstGeom>
        </p:spPr>
        <p:txBody>
          <a:bodyPr>
            <a:normAutofit/>
          </a:bodyPr>
          <a:lstStyle>
            <a:lvl2pPr marL="0" indent="0">
              <a:defRPr sz="1800"/>
            </a:lvl2pPr>
          </a:lstStyle>
          <a:p>
            <a:pPr lvl="1"/>
            <a:r>
              <a:rPr lang="en-US" dirty="0"/>
              <a:t>Click here to add content</a:t>
            </a:r>
          </a:p>
        </p:txBody>
      </p:sp>
    </p:spTree>
    <p:extLst>
      <p:ext uri="{BB962C8B-B14F-4D97-AF65-F5344CB8AC3E}">
        <p14:creationId xmlns:p14="http://schemas.microsoft.com/office/powerpoint/2010/main" val="3151581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C Sub Section Sli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10B36EA-79B4-453E-8700-DD3B86F45B8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ext Placeholder 11">
            <a:extLst>
              <a:ext uri="{FF2B5EF4-FFF2-40B4-BE49-F238E27FC236}">
                <a16:creationId xmlns:a16="http://schemas.microsoft.com/office/drawing/2014/main" id="{7E0A4A8E-DDD6-4BE0-A7F1-01A4C4CCEC8A}"/>
              </a:ext>
            </a:extLst>
          </p:cNvPr>
          <p:cNvSpPr>
            <a:spLocks noGrp="1"/>
          </p:cNvSpPr>
          <p:nvPr>
            <p:ph type="body" sz="quarter" idx="13" hasCustomPrompt="1"/>
          </p:nvPr>
        </p:nvSpPr>
        <p:spPr>
          <a:xfrm>
            <a:off x="400050" y="2308226"/>
            <a:ext cx="5192486" cy="885825"/>
          </a:xfrm>
          <a:prstGeom prst="rect">
            <a:avLst/>
          </a:prstGeom>
        </p:spPr>
        <p:txBody>
          <a:bodyPr>
            <a:noAutofit/>
          </a:bodyPr>
          <a:lstStyle>
            <a:lvl1pPr>
              <a:defRPr sz="3200" b="1"/>
            </a:lvl1pPr>
          </a:lstStyle>
          <a:p>
            <a:pPr lvl="0"/>
            <a:r>
              <a:rPr lang="en-US" dirty="0"/>
              <a:t>CLICK HERE TO ADD TITLE</a:t>
            </a:r>
          </a:p>
        </p:txBody>
      </p:sp>
      <p:sp>
        <p:nvSpPr>
          <p:cNvPr id="9" name="Text Placeholder 13">
            <a:extLst>
              <a:ext uri="{FF2B5EF4-FFF2-40B4-BE49-F238E27FC236}">
                <a16:creationId xmlns:a16="http://schemas.microsoft.com/office/drawing/2014/main" id="{2411A42E-64DA-43F1-B57D-0177CFA4DF23}"/>
              </a:ext>
            </a:extLst>
          </p:cNvPr>
          <p:cNvSpPr>
            <a:spLocks noGrp="1"/>
          </p:cNvSpPr>
          <p:nvPr>
            <p:ph type="body" sz="quarter" idx="14" hasCustomPrompt="1"/>
          </p:nvPr>
        </p:nvSpPr>
        <p:spPr>
          <a:xfrm>
            <a:off x="400049" y="3333751"/>
            <a:ext cx="4784272" cy="1314450"/>
          </a:xfrm>
          <a:prstGeom prst="rect">
            <a:avLst/>
          </a:prstGeom>
        </p:spPr>
        <p:txBody>
          <a:bodyPr>
            <a:normAutofit/>
          </a:bodyPr>
          <a:lstStyle>
            <a:lvl2pPr marL="0" indent="0">
              <a:defRPr sz="2000"/>
            </a:lvl2pPr>
          </a:lstStyle>
          <a:p>
            <a:pPr lvl="1"/>
            <a:r>
              <a:rPr lang="en-US" dirty="0"/>
              <a:t>Click here to add subtitle</a:t>
            </a:r>
          </a:p>
        </p:txBody>
      </p:sp>
    </p:spTree>
    <p:extLst>
      <p:ext uri="{BB962C8B-B14F-4D97-AF65-F5344CB8AC3E}">
        <p14:creationId xmlns:p14="http://schemas.microsoft.com/office/powerpoint/2010/main" val="2099626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cknowledgment p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9D412F-D6C1-4EDB-86F6-AC5D38C809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27592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169F624-BC58-4170-9F3B-9984DB25FD95}"/>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Date Placeholder 3"/>
          <p:cNvSpPr>
            <a:spLocks noGrp="1"/>
          </p:cNvSpPr>
          <p:nvPr>
            <p:ph type="dt" sz="half" idx="2"/>
          </p:nvPr>
        </p:nvSpPr>
        <p:spPr>
          <a:xfrm>
            <a:off x="453224" y="6458977"/>
            <a:ext cx="120412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80C45-AECF-4FAD-8B8B-95DBD0DE8B66}" type="datetimeFigureOut">
              <a:rPr lang="en-US" smtClean="0"/>
              <a:t>11/6/2025</a:t>
            </a:fld>
            <a:endParaRPr lang="en-US" dirty="0"/>
          </a:p>
        </p:txBody>
      </p:sp>
      <p:sp>
        <p:nvSpPr>
          <p:cNvPr id="5" name="Footer Placeholder 4"/>
          <p:cNvSpPr>
            <a:spLocks noGrp="1"/>
          </p:cNvSpPr>
          <p:nvPr>
            <p:ph type="ftr" sz="quarter" idx="3"/>
          </p:nvPr>
        </p:nvSpPr>
        <p:spPr>
          <a:xfrm>
            <a:off x="1657351" y="6458977"/>
            <a:ext cx="6143624"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077200" y="6458977"/>
            <a:ext cx="790574"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C7F3B8-1790-471A-9B61-2A76B81399FE}" type="slidenum">
              <a:rPr lang="en-US" smtClean="0"/>
              <a:t>‹#›</a:t>
            </a:fld>
            <a:endParaRPr lang="en-US"/>
          </a:p>
        </p:txBody>
      </p:sp>
      <p:sp>
        <p:nvSpPr>
          <p:cNvPr id="9" name="Title Placeholder 8">
            <a:extLst>
              <a:ext uri="{FF2B5EF4-FFF2-40B4-BE49-F238E27FC236}">
                <a16:creationId xmlns:a16="http://schemas.microsoft.com/office/drawing/2014/main" id="{6D46B695-475A-4EFF-ADD3-ACCBBD81BB54}"/>
              </a:ext>
            </a:extLst>
          </p:cNvPr>
          <p:cNvSpPr>
            <a:spLocks noGrp="1"/>
          </p:cNvSpPr>
          <p:nvPr>
            <p:ph type="title"/>
          </p:nvPr>
        </p:nvSpPr>
        <p:spPr>
          <a:xfrm>
            <a:off x="628650" y="1181099"/>
            <a:ext cx="7886700" cy="719139"/>
          </a:xfrm>
          <a:prstGeom prst="rect">
            <a:avLst/>
          </a:prstGeom>
        </p:spPr>
        <p:txBody>
          <a:bodyPr vert="horz" lIns="91440" tIns="45720" rIns="91440" bIns="45720" rtlCol="0" anchor="t">
            <a:normAutofit/>
          </a:bodyPr>
          <a:lstStyle/>
          <a:p>
            <a:r>
              <a:rPr lang="en-US" dirty="0"/>
              <a:t>CLICK TO EDIT MASTER TITLE STYLE</a:t>
            </a:r>
          </a:p>
        </p:txBody>
      </p:sp>
      <p:sp>
        <p:nvSpPr>
          <p:cNvPr id="10" name="Text Placeholder 9">
            <a:extLst>
              <a:ext uri="{FF2B5EF4-FFF2-40B4-BE49-F238E27FC236}">
                <a16:creationId xmlns:a16="http://schemas.microsoft.com/office/drawing/2014/main" id="{7662D53A-1F63-43D8-9695-ED34CC86599C}"/>
              </a:ext>
            </a:extLst>
          </p:cNvPr>
          <p:cNvSpPr>
            <a:spLocks noGrp="1"/>
          </p:cNvSpPr>
          <p:nvPr>
            <p:ph type="body" idx="1"/>
          </p:nvPr>
        </p:nvSpPr>
        <p:spPr>
          <a:xfrm>
            <a:off x="628650" y="2581275"/>
            <a:ext cx="7886700" cy="359568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700210208"/>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72" r:id="rId4"/>
    <p:sldLayoutId id="2147483668" r:id="rId5"/>
    <p:sldLayoutId id="2147483662" r:id="rId6"/>
    <p:sldLayoutId id="2147483669" r:id="rId7"/>
    <p:sldLayoutId id="2147483665" r:id="rId8"/>
    <p:sldLayoutId id="2147483670" r:id="rId9"/>
    <p:sldLayoutId id="2147483671" r:id="rId10"/>
    <p:sldLayoutId id="2147483673" r:id="rId11"/>
    <p:sldLayoutId id="2147483674" r:id="rId12"/>
  </p:sldLayoutIdLst>
  <p:txStyles>
    <p:titleStyle>
      <a:lvl1pPr algn="l"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400" b="0" kern="1200">
          <a:solidFill>
            <a:schemeClr val="tx1"/>
          </a:solidFill>
          <a:latin typeface="Arial" panose="020B0604020202020204" pitchFamily="34" charset="0"/>
          <a:ea typeface="+mn-ea"/>
          <a:cs typeface="Arial" panose="020B0604020202020204" pitchFamily="34" charset="0"/>
        </a:defRPr>
      </a:lvl1pPr>
      <a:lvl2pPr marL="342900" indent="0" algn="l" defTabSz="914400" rtl="0" eaLnBrk="1" latinLnBrk="0" hangingPunct="1">
        <a:lnSpc>
          <a:spcPct val="10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74295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1430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CFF369-D5A0-4ED9-B25B-7745312290D5}"/>
              </a:ext>
            </a:extLst>
          </p:cNvPr>
          <p:cNvSpPr>
            <a:spLocks noGrp="1"/>
          </p:cNvSpPr>
          <p:nvPr>
            <p:ph type="body" sz="quarter" idx="13"/>
          </p:nvPr>
        </p:nvSpPr>
        <p:spPr>
          <a:xfrm>
            <a:off x="400051" y="2308227"/>
            <a:ext cx="2480802" cy="444806"/>
          </a:xfrm>
        </p:spPr>
        <p:txBody>
          <a:bodyPr/>
          <a:lstStyle/>
          <a:p>
            <a:r>
              <a:rPr lang="pt-BR" sz="1800" dirty="0"/>
              <a:t>End-to-End Data Engineering Solution for HR Analytics</a:t>
            </a:r>
            <a:endParaRPr lang="en-US" sz="1800" dirty="0"/>
          </a:p>
        </p:txBody>
      </p:sp>
      <p:sp>
        <p:nvSpPr>
          <p:cNvPr id="3" name="Text Placeholder 2">
            <a:extLst>
              <a:ext uri="{FF2B5EF4-FFF2-40B4-BE49-F238E27FC236}">
                <a16:creationId xmlns:a16="http://schemas.microsoft.com/office/drawing/2014/main" id="{3C005A88-6C3C-4052-A552-D36649A2E08E}"/>
              </a:ext>
            </a:extLst>
          </p:cNvPr>
          <p:cNvSpPr>
            <a:spLocks noGrp="1"/>
          </p:cNvSpPr>
          <p:nvPr>
            <p:ph type="body" sz="quarter" idx="14"/>
          </p:nvPr>
        </p:nvSpPr>
        <p:spPr>
          <a:xfrm>
            <a:off x="400051" y="3821370"/>
            <a:ext cx="2962583" cy="1179255"/>
          </a:xfrm>
        </p:spPr>
        <p:txBody>
          <a:bodyPr>
            <a:normAutofit/>
          </a:bodyPr>
          <a:lstStyle/>
          <a:p>
            <a:r>
              <a:rPr lang="en-US" sz="1400" dirty="0"/>
              <a:t>CSIS 4495: Applied Research Project</a:t>
            </a:r>
          </a:p>
        </p:txBody>
      </p:sp>
      <p:sp>
        <p:nvSpPr>
          <p:cNvPr id="4" name="Text Placeholder 3">
            <a:extLst>
              <a:ext uri="{FF2B5EF4-FFF2-40B4-BE49-F238E27FC236}">
                <a16:creationId xmlns:a16="http://schemas.microsoft.com/office/drawing/2014/main" id="{103BFB14-FF74-4589-ACE6-B71B58BF1925}"/>
              </a:ext>
            </a:extLst>
          </p:cNvPr>
          <p:cNvSpPr>
            <a:spLocks noGrp="1"/>
          </p:cNvSpPr>
          <p:nvPr>
            <p:ph type="body" sz="quarter" idx="15"/>
          </p:nvPr>
        </p:nvSpPr>
        <p:spPr/>
        <p:txBody>
          <a:bodyPr>
            <a:normAutofit fontScale="25000" lnSpcReduction="20000"/>
          </a:bodyPr>
          <a:lstStyle/>
          <a:p>
            <a:r>
              <a:rPr lang="en-US" sz="7200" dirty="0"/>
              <a:t>Matheus Filipe Figueiredo</a:t>
            </a:r>
          </a:p>
          <a:p>
            <a:r>
              <a:rPr lang="en-US" sz="7200" dirty="0"/>
              <a:t>Bruno do Nascimento Beserra</a:t>
            </a:r>
          </a:p>
          <a:p>
            <a:r>
              <a:rPr lang="en-US" sz="7200" dirty="0"/>
              <a:t>Jay Clark Bermudez</a:t>
            </a:r>
          </a:p>
          <a:p>
            <a:endParaRPr lang="en-US" dirty="0"/>
          </a:p>
        </p:txBody>
      </p:sp>
    </p:spTree>
    <p:extLst>
      <p:ext uri="{BB962C8B-B14F-4D97-AF65-F5344CB8AC3E}">
        <p14:creationId xmlns:p14="http://schemas.microsoft.com/office/powerpoint/2010/main" val="3890402842"/>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273047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98583-5D0E-4B7B-AC18-AF926A7C2BF9}"/>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333DBA0-2FE1-4588-B709-6681F3C1CEBA}"/>
              </a:ext>
            </a:extLst>
          </p:cNvPr>
          <p:cNvSpPr>
            <a:spLocks noGrp="1"/>
          </p:cNvSpPr>
          <p:nvPr>
            <p:ph type="body" idx="1"/>
          </p:nvPr>
        </p:nvSpPr>
        <p:spPr/>
        <p:txBody>
          <a:bodyPr>
            <a:normAutofit fontScale="92500" lnSpcReduction="20000"/>
          </a:bodyPr>
          <a:lstStyle/>
          <a:p>
            <a:pPr marL="342900" indent="-342900">
              <a:buFont typeface="Arial" panose="020B0604020202020204" pitchFamily="34" charset="0"/>
              <a:buChar char="•"/>
            </a:pPr>
            <a:r>
              <a:rPr lang="en-US" dirty="0"/>
              <a:t>In this project, we address a common issue in HR systems like Dayforce: the loss of historical employee data due to overwriting or deletion. This limitation makes it difficult for organizations to perform long-term workforce analysis, track trends, or ensure compliance.</a:t>
            </a:r>
          </a:p>
          <a:p>
            <a:pPr marL="342900" indent="-342900">
              <a:buFont typeface="Arial" panose="020B0604020202020204" pitchFamily="34" charset="0"/>
              <a:buChar char="•"/>
            </a:pPr>
            <a:r>
              <a:rPr lang="en-US" dirty="0"/>
              <a:t>Our goal is to build an end-to-end data engineering solution that preserves historical HR records using a pipeline built in Databricks. The system applies the Medallion Architecture with Bronze, Silver, and Gold layers, incorporates Slowly Changing Dimensions Type 2 to track changes over time, and uses Kimball modeling to structure the data for analysis.</a:t>
            </a:r>
          </a:p>
          <a:p>
            <a:pPr marL="342900" indent="-342900">
              <a:buFont typeface="Arial" panose="020B0604020202020204" pitchFamily="34" charset="0"/>
              <a:buChar char="•"/>
            </a:pPr>
            <a:r>
              <a:rPr lang="en-US" dirty="0"/>
              <a:t>For visualization, we developed a custom web application using Dash and </a:t>
            </a:r>
            <a:r>
              <a:rPr lang="en-US" dirty="0" err="1"/>
              <a:t>Plotly</a:t>
            </a:r>
            <a:r>
              <a:rPr lang="en-US" dirty="0"/>
              <a:t>, alongside Power BI dashboards and CSV outputs, enabling HR teams to explore trends like turnover, salary progression, and performance metrics with clarity and interactivity.</a:t>
            </a:r>
          </a:p>
        </p:txBody>
      </p:sp>
    </p:spTree>
    <p:extLst>
      <p:ext uri="{BB962C8B-B14F-4D97-AF65-F5344CB8AC3E}">
        <p14:creationId xmlns:p14="http://schemas.microsoft.com/office/powerpoint/2010/main" val="414229312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67A77-F643-4048-B973-C64F8BBE8BEC}"/>
              </a:ext>
            </a:extLst>
          </p:cNvPr>
          <p:cNvSpPr>
            <a:spLocks noGrp="1"/>
          </p:cNvSpPr>
          <p:nvPr>
            <p:ph type="title"/>
          </p:nvPr>
        </p:nvSpPr>
        <p:spPr/>
        <p:txBody>
          <a:bodyPr/>
          <a:lstStyle/>
          <a:p>
            <a:r>
              <a:rPr lang="pt-BR" b="0" dirty="0"/>
              <a:t>What was the problem?</a:t>
            </a:r>
            <a:endParaRPr lang="pt-BR" dirty="0"/>
          </a:p>
        </p:txBody>
      </p:sp>
      <p:sp>
        <p:nvSpPr>
          <p:cNvPr id="3" name="Text Placeholder 2">
            <a:extLst>
              <a:ext uri="{FF2B5EF4-FFF2-40B4-BE49-F238E27FC236}">
                <a16:creationId xmlns:a16="http://schemas.microsoft.com/office/drawing/2014/main" id="{7369F050-1D76-4A77-AA01-3E75AF5E3C83}"/>
              </a:ext>
            </a:extLst>
          </p:cNvPr>
          <p:cNvSpPr>
            <a:spLocks noGrp="1"/>
          </p:cNvSpPr>
          <p:nvPr>
            <p:ph type="body" idx="1"/>
          </p:nvPr>
        </p:nvSpPr>
        <p:spPr/>
        <p:txBody>
          <a:bodyPr>
            <a:normAutofit/>
          </a:bodyPr>
          <a:lstStyle/>
          <a:p>
            <a:pPr algn="l" rtl="0" fontAlgn="base">
              <a:lnSpc>
                <a:spcPts val="1564"/>
              </a:lnSpc>
              <a:buFont typeface="+mj-lt"/>
              <a:buAutoNum type="arabicPeriod"/>
            </a:pPr>
            <a:endParaRPr lang="en-US" sz="1800" b="1" i="0" dirty="0">
              <a:solidFill>
                <a:srgbClr val="000000"/>
              </a:solidFill>
              <a:effectLst/>
              <a:latin typeface="Aptos" panose="020B0004020202020204" pitchFamily="34" charset="0"/>
            </a:endParaRPr>
          </a:p>
          <a:p>
            <a:r>
              <a:rPr lang="en-US" sz="1800" dirty="0"/>
              <a:t>The problem our group aimed to solve is the loss of valuable HR information due to limitations in existing systems. In platforms like Dayforce, employee data is often overwritten or deleted when updates occur or when someone leaves the company.</a:t>
            </a:r>
          </a:p>
          <a:p>
            <a:r>
              <a:rPr lang="en-US" sz="1800" dirty="0"/>
              <a:t>This missing information can be extremely useful for HR teams. Without access to historical records, companies struggle to analyze trends, track employee movement, and make informed decisions about hiring, retention, and performance.</a:t>
            </a:r>
          </a:p>
        </p:txBody>
      </p:sp>
    </p:spTree>
    <p:extLst>
      <p:ext uri="{BB962C8B-B14F-4D97-AF65-F5344CB8AC3E}">
        <p14:creationId xmlns:p14="http://schemas.microsoft.com/office/powerpoint/2010/main" val="162333662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67A77-F643-4048-B973-C64F8BBE8BEC}"/>
              </a:ext>
            </a:extLst>
          </p:cNvPr>
          <p:cNvSpPr>
            <a:spLocks noGrp="1"/>
          </p:cNvSpPr>
          <p:nvPr>
            <p:ph type="title"/>
          </p:nvPr>
        </p:nvSpPr>
        <p:spPr/>
        <p:txBody>
          <a:bodyPr/>
          <a:lstStyle/>
          <a:p>
            <a:r>
              <a:rPr lang="en-US" b="0" dirty="0"/>
              <a:t>Why did we solve it?</a:t>
            </a:r>
            <a:endParaRPr lang="pt-BR" dirty="0"/>
          </a:p>
        </p:txBody>
      </p:sp>
      <p:sp>
        <p:nvSpPr>
          <p:cNvPr id="3" name="Text Placeholder 2">
            <a:extLst>
              <a:ext uri="{FF2B5EF4-FFF2-40B4-BE49-F238E27FC236}">
                <a16:creationId xmlns:a16="http://schemas.microsoft.com/office/drawing/2014/main" id="{7369F050-1D76-4A77-AA01-3E75AF5E3C83}"/>
              </a:ext>
            </a:extLst>
          </p:cNvPr>
          <p:cNvSpPr>
            <a:spLocks noGrp="1"/>
          </p:cNvSpPr>
          <p:nvPr>
            <p:ph type="body" idx="1"/>
          </p:nvPr>
        </p:nvSpPr>
        <p:spPr/>
        <p:txBody>
          <a:bodyPr>
            <a:normAutofit/>
          </a:bodyPr>
          <a:lstStyle/>
          <a:p>
            <a:r>
              <a:rPr lang="en-US" dirty="0"/>
              <a:t>As pointed out earlier, the leakage of information in HR systems can be prejudicial to a company’s operations. When historical employee data is lost, it becomes difficult to analyze patterns, track performance, or understand workforce trends over time.</a:t>
            </a:r>
          </a:p>
          <a:p>
            <a:r>
              <a:rPr lang="en-US" dirty="0"/>
              <a:t>Studying both past and present employee history is essential for making informed decisions. Without access to complete records, companies risk missing financial opportunities, misjudging staffing needs, and overlooking areas for improvement.</a:t>
            </a:r>
          </a:p>
        </p:txBody>
      </p:sp>
    </p:spTree>
    <p:extLst>
      <p:ext uri="{BB962C8B-B14F-4D97-AF65-F5344CB8AC3E}">
        <p14:creationId xmlns:p14="http://schemas.microsoft.com/office/powerpoint/2010/main" val="37177327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67A77-F643-4048-B973-C64F8BBE8BEC}"/>
              </a:ext>
            </a:extLst>
          </p:cNvPr>
          <p:cNvSpPr>
            <a:spLocks noGrp="1"/>
          </p:cNvSpPr>
          <p:nvPr>
            <p:ph type="title"/>
          </p:nvPr>
        </p:nvSpPr>
        <p:spPr/>
        <p:txBody>
          <a:bodyPr>
            <a:normAutofit fontScale="90000"/>
          </a:bodyPr>
          <a:lstStyle/>
          <a:p>
            <a:r>
              <a:rPr lang="en-US" b="0" dirty="0"/>
              <a:t>How did we solve it?</a:t>
            </a:r>
            <a:br>
              <a:rPr lang="pt-BR" dirty="0"/>
            </a:br>
            <a:endParaRPr lang="en-US" dirty="0"/>
          </a:p>
        </p:txBody>
      </p:sp>
      <p:sp>
        <p:nvSpPr>
          <p:cNvPr id="3" name="Text Placeholder 2">
            <a:extLst>
              <a:ext uri="{FF2B5EF4-FFF2-40B4-BE49-F238E27FC236}">
                <a16:creationId xmlns:a16="http://schemas.microsoft.com/office/drawing/2014/main" id="{7369F050-1D76-4A77-AA01-3E75AF5E3C83}"/>
              </a:ext>
            </a:extLst>
          </p:cNvPr>
          <p:cNvSpPr>
            <a:spLocks noGrp="1"/>
          </p:cNvSpPr>
          <p:nvPr>
            <p:ph type="body" idx="1"/>
          </p:nvPr>
        </p:nvSpPr>
        <p:spPr/>
        <p:txBody>
          <a:bodyPr anchor="ctr">
            <a:normAutofit fontScale="92500" lnSpcReduction="20000"/>
          </a:bodyPr>
          <a:lstStyle/>
          <a:p>
            <a:r>
              <a:rPr lang="en-US" dirty="0"/>
              <a:t>To solve this issue, our group designed a data engineering pipeline using modern tools and methodologies. We used </a:t>
            </a:r>
            <a:r>
              <a:rPr lang="en-US" b="1" dirty="0"/>
              <a:t>Databricks</a:t>
            </a:r>
            <a:r>
              <a:rPr lang="en-US" dirty="0"/>
              <a:t> for scalable processing and implemented the </a:t>
            </a:r>
            <a:r>
              <a:rPr lang="en-US" b="1" dirty="0"/>
              <a:t>Medallion Architecture</a:t>
            </a:r>
            <a:r>
              <a:rPr lang="en-US" dirty="0"/>
              <a:t>, which organizes data into Bronze, Silver, and Gold layers to ensure quality and traceability.</a:t>
            </a:r>
          </a:p>
          <a:p>
            <a:r>
              <a:rPr lang="en-US" dirty="0"/>
              <a:t>We applied </a:t>
            </a:r>
            <a:r>
              <a:rPr lang="en-US" b="1" dirty="0"/>
              <a:t>Slowly Changing Dimensions Type 2 (SCD2)</a:t>
            </a:r>
            <a:r>
              <a:rPr lang="en-US" dirty="0"/>
              <a:t> to preserve historical changes in employee records, such as promotions or department transfers. To structure the data for efficient querying and reporting, we used </a:t>
            </a:r>
            <a:r>
              <a:rPr lang="en-US" b="1" dirty="0"/>
              <a:t>Kimball dimensional modeling</a:t>
            </a:r>
            <a:r>
              <a:rPr lang="en-US" dirty="0"/>
              <a:t>, which separates fact and dimension tables for better performance and usability.</a:t>
            </a:r>
          </a:p>
          <a:p>
            <a:r>
              <a:rPr lang="en-US" dirty="0"/>
              <a:t>For visualization, we set up a </a:t>
            </a:r>
            <a:r>
              <a:rPr lang="en-US" b="1" dirty="0"/>
              <a:t>Python virtual environment</a:t>
            </a:r>
            <a:r>
              <a:rPr lang="en-US" dirty="0"/>
              <a:t> and built a custom web application using </a:t>
            </a:r>
            <a:r>
              <a:rPr lang="en-US" b="1" dirty="0"/>
              <a:t>Dash and </a:t>
            </a:r>
            <a:r>
              <a:rPr lang="en-US" b="1" dirty="0" err="1"/>
              <a:t>Plotly</a:t>
            </a:r>
            <a:r>
              <a:rPr lang="en-US" dirty="0"/>
              <a:t>. This allowed us to create interactive dashboards that display HR metrics like turnover, salary trends, and performance insights in a user-friendly format.</a:t>
            </a:r>
          </a:p>
          <a:p>
            <a:pPr lvl="1"/>
            <a:endParaRPr lang="en-US" dirty="0">
              <a:solidFill>
                <a:srgbClr val="000000"/>
              </a:solidFill>
            </a:endParaRPr>
          </a:p>
          <a:p>
            <a:pPr marL="0" indent="0">
              <a:buNone/>
            </a:pPr>
            <a:endParaRPr lang="en-US" dirty="0">
              <a:solidFill>
                <a:srgbClr val="000000"/>
              </a:solidFill>
            </a:endParaRPr>
          </a:p>
        </p:txBody>
      </p:sp>
    </p:spTree>
    <p:extLst>
      <p:ext uri="{BB962C8B-B14F-4D97-AF65-F5344CB8AC3E}">
        <p14:creationId xmlns:p14="http://schemas.microsoft.com/office/powerpoint/2010/main" val="415935207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7C8C2-99D8-7CA1-C1F5-B2F14A99A18D}"/>
              </a:ext>
            </a:extLst>
          </p:cNvPr>
          <p:cNvSpPr>
            <a:spLocks noGrp="1"/>
          </p:cNvSpPr>
          <p:nvPr>
            <p:ph type="title"/>
          </p:nvPr>
        </p:nvSpPr>
        <p:spPr/>
        <p:txBody>
          <a:bodyPr>
            <a:normAutofit/>
          </a:bodyPr>
          <a:lstStyle/>
          <a:p>
            <a:r>
              <a:rPr lang="pt-BR" dirty="0"/>
              <a:t>Databricks</a:t>
            </a:r>
            <a:r>
              <a:rPr lang="pt-BR" b="0" dirty="0"/>
              <a:t>:</a:t>
            </a:r>
            <a:endParaRPr lang="pt-BR" dirty="0"/>
          </a:p>
        </p:txBody>
      </p:sp>
      <p:sp>
        <p:nvSpPr>
          <p:cNvPr id="3" name="Text Placeholder 2">
            <a:extLst>
              <a:ext uri="{FF2B5EF4-FFF2-40B4-BE49-F238E27FC236}">
                <a16:creationId xmlns:a16="http://schemas.microsoft.com/office/drawing/2014/main" id="{7A940691-C630-BB5E-D93F-92DAAA5B8533}"/>
              </a:ext>
            </a:extLst>
          </p:cNvPr>
          <p:cNvSpPr>
            <a:spLocks noGrp="1"/>
          </p:cNvSpPr>
          <p:nvPr>
            <p:ph type="body" idx="1"/>
          </p:nvPr>
        </p:nvSpPr>
        <p:spPr/>
        <p:txBody>
          <a:bodyPr anchor="ctr">
            <a:normAutofit/>
          </a:bodyPr>
          <a:lstStyle/>
          <a:p>
            <a:pPr>
              <a:buFont typeface="Arial" panose="020B0604020202020204" pitchFamily="34" charset="0"/>
              <a:buChar char="•"/>
            </a:pPr>
            <a:r>
              <a:rPr lang="pt-BR" b="0" i="0" dirty="0">
                <a:solidFill>
                  <a:srgbClr val="000000"/>
                </a:solidFill>
                <a:effectLst/>
              </a:rPr>
              <a:t>a</a:t>
            </a:r>
            <a:endParaRPr lang="pt-BR" dirty="0"/>
          </a:p>
          <a:p>
            <a:pPr algn="l">
              <a:buFont typeface="Arial" panose="020B0604020202020204" pitchFamily="34" charset="0"/>
              <a:buChar char="•"/>
            </a:pPr>
            <a:endParaRPr lang="en-US" dirty="0">
              <a:solidFill>
                <a:srgbClr val="000000"/>
              </a:solidFill>
              <a:latin typeface="Söhne"/>
            </a:endParaRPr>
          </a:p>
        </p:txBody>
      </p:sp>
    </p:spTree>
    <p:extLst>
      <p:ext uri="{BB962C8B-B14F-4D97-AF65-F5344CB8AC3E}">
        <p14:creationId xmlns:p14="http://schemas.microsoft.com/office/powerpoint/2010/main" val="2037524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D1245-9E46-031D-9DCA-58502DFA9F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9FFEF-6512-E57F-DC90-0BB749A64EE0}"/>
              </a:ext>
            </a:extLst>
          </p:cNvPr>
          <p:cNvSpPr>
            <a:spLocks noGrp="1"/>
          </p:cNvSpPr>
          <p:nvPr>
            <p:ph type="title"/>
          </p:nvPr>
        </p:nvSpPr>
        <p:spPr/>
        <p:txBody>
          <a:bodyPr>
            <a:normAutofit/>
          </a:bodyPr>
          <a:lstStyle/>
          <a:p>
            <a:r>
              <a:rPr lang="pt-BR" dirty="0"/>
              <a:t>SCD Type 2</a:t>
            </a:r>
          </a:p>
        </p:txBody>
      </p:sp>
      <p:sp>
        <p:nvSpPr>
          <p:cNvPr id="3" name="Text Placeholder 2">
            <a:extLst>
              <a:ext uri="{FF2B5EF4-FFF2-40B4-BE49-F238E27FC236}">
                <a16:creationId xmlns:a16="http://schemas.microsoft.com/office/drawing/2014/main" id="{4E5F2C94-E867-1974-FB17-4EAA73C404F9}"/>
              </a:ext>
            </a:extLst>
          </p:cNvPr>
          <p:cNvSpPr>
            <a:spLocks noGrp="1"/>
          </p:cNvSpPr>
          <p:nvPr>
            <p:ph type="body" idx="1"/>
          </p:nvPr>
        </p:nvSpPr>
        <p:spPr/>
        <p:txBody>
          <a:bodyPr>
            <a:normAutofit/>
          </a:bodyPr>
          <a:lstStyle/>
          <a:p>
            <a:pPr algn="l">
              <a:buFont typeface="Arial" panose="020B0604020202020204" pitchFamily="34" charset="0"/>
              <a:buChar char="•"/>
            </a:pPr>
            <a:endParaRPr lang="pt-BR" dirty="0"/>
          </a:p>
        </p:txBody>
      </p:sp>
    </p:spTree>
    <p:extLst>
      <p:ext uri="{BB962C8B-B14F-4D97-AF65-F5344CB8AC3E}">
        <p14:creationId xmlns:p14="http://schemas.microsoft.com/office/powerpoint/2010/main" val="3141734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8F0AD-7A8E-40AE-A9FA-E2D82D9005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B97FC-A129-5F6E-7377-18029683C1F2}"/>
              </a:ext>
            </a:extLst>
          </p:cNvPr>
          <p:cNvSpPr>
            <a:spLocks noGrp="1"/>
          </p:cNvSpPr>
          <p:nvPr>
            <p:ph type="title"/>
          </p:nvPr>
        </p:nvSpPr>
        <p:spPr/>
        <p:txBody>
          <a:bodyPr>
            <a:normAutofit/>
          </a:bodyPr>
          <a:lstStyle/>
          <a:p>
            <a:r>
              <a:rPr lang="pt-BR" dirty="0"/>
              <a:t>Kimball modelling</a:t>
            </a:r>
          </a:p>
        </p:txBody>
      </p:sp>
      <p:sp>
        <p:nvSpPr>
          <p:cNvPr id="3" name="Text Placeholder 2">
            <a:extLst>
              <a:ext uri="{FF2B5EF4-FFF2-40B4-BE49-F238E27FC236}">
                <a16:creationId xmlns:a16="http://schemas.microsoft.com/office/drawing/2014/main" id="{117D9002-A9A9-107E-91FC-26D011608F6F}"/>
              </a:ext>
            </a:extLst>
          </p:cNvPr>
          <p:cNvSpPr>
            <a:spLocks noGrp="1"/>
          </p:cNvSpPr>
          <p:nvPr>
            <p:ph type="body" idx="1"/>
          </p:nvPr>
        </p:nvSpPr>
        <p:spPr/>
        <p:txBody>
          <a:bodyPr>
            <a:normAutofit/>
          </a:bodyPr>
          <a:lstStyle/>
          <a:p>
            <a:pPr algn="l">
              <a:buFont typeface="Arial" panose="020B0604020202020204" pitchFamily="34" charset="0"/>
              <a:buChar char="•"/>
            </a:pPr>
            <a:endParaRPr lang="pt-BR" dirty="0"/>
          </a:p>
        </p:txBody>
      </p:sp>
    </p:spTree>
    <p:extLst>
      <p:ext uri="{BB962C8B-B14F-4D97-AF65-F5344CB8AC3E}">
        <p14:creationId xmlns:p14="http://schemas.microsoft.com/office/powerpoint/2010/main" val="2949927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80982-C675-B430-0B1F-A2BD50D74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88BE4-98E9-55F4-98D2-6D312E209D91}"/>
              </a:ext>
            </a:extLst>
          </p:cNvPr>
          <p:cNvSpPr>
            <a:spLocks noGrp="1"/>
          </p:cNvSpPr>
          <p:nvPr>
            <p:ph type="title"/>
          </p:nvPr>
        </p:nvSpPr>
        <p:spPr/>
        <p:txBody>
          <a:bodyPr>
            <a:normAutofit/>
          </a:bodyPr>
          <a:lstStyle/>
          <a:p>
            <a:r>
              <a:rPr lang="pt-BR" dirty="0"/>
              <a:t>Python venv</a:t>
            </a:r>
          </a:p>
        </p:txBody>
      </p:sp>
      <p:sp>
        <p:nvSpPr>
          <p:cNvPr id="3" name="Text Placeholder 2">
            <a:extLst>
              <a:ext uri="{FF2B5EF4-FFF2-40B4-BE49-F238E27FC236}">
                <a16:creationId xmlns:a16="http://schemas.microsoft.com/office/drawing/2014/main" id="{56D762A6-CC14-E574-64A9-0B6EC41F2FA7}"/>
              </a:ext>
            </a:extLst>
          </p:cNvPr>
          <p:cNvSpPr>
            <a:spLocks noGrp="1"/>
          </p:cNvSpPr>
          <p:nvPr>
            <p:ph type="body" idx="1"/>
          </p:nvPr>
        </p:nvSpPr>
        <p:spPr/>
        <p:txBody>
          <a:bodyPr>
            <a:normAutofit/>
          </a:bodyPr>
          <a:lstStyle/>
          <a:p>
            <a:pPr algn="l">
              <a:buFont typeface="Arial" panose="020B0604020202020204" pitchFamily="34" charset="0"/>
              <a:buChar char="•"/>
            </a:pPr>
            <a:endParaRPr lang="pt-BR" dirty="0"/>
          </a:p>
        </p:txBody>
      </p:sp>
    </p:spTree>
    <p:extLst>
      <p:ext uri="{BB962C8B-B14F-4D97-AF65-F5344CB8AC3E}">
        <p14:creationId xmlns:p14="http://schemas.microsoft.com/office/powerpoint/2010/main" val="4141792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45129-5E27-C422-C4ED-93D7EAD0B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52C127-899E-4FC5-0B4A-690B56C12D59}"/>
              </a:ext>
            </a:extLst>
          </p:cNvPr>
          <p:cNvSpPr>
            <a:spLocks noGrp="1"/>
          </p:cNvSpPr>
          <p:nvPr>
            <p:ph type="title"/>
          </p:nvPr>
        </p:nvSpPr>
        <p:spPr/>
        <p:txBody>
          <a:bodyPr>
            <a:normAutofit/>
          </a:bodyPr>
          <a:lstStyle/>
          <a:p>
            <a:r>
              <a:rPr lang="pt-BR" dirty="0"/>
              <a:t>Dash and Plotly</a:t>
            </a:r>
          </a:p>
        </p:txBody>
      </p:sp>
      <p:sp>
        <p:nvSpPr>
          <p:cNvPr id="3" name="Text Placeholder 2">
            <a:extLst>
              <a:ext uri="{FF2B5EF4-FFF2-40B4-BE49-F238E27FC236}">
                <a16:creationId xmlns:a16="http://schemas.microsoft.com/office/drawing/2014/main" id="{6B3A42E4-BD50-A73C-15CD-320D3692026C}"/>
              </a:ext>
            </a:extLst>
          </p:cNvPr>
          <p:cNvSpPr>
            <a:spLocks noGrp="1"/>
          </p:cNvSpPr>
          <p:nvPr>
            <p:ph type="body" idx="1"/>
          </p:nvPr>
        </p:nvSpPr>
        <p:spPr/>
        <p:txBody>
          <a:bodyPr>
            <a:normAutofit/>
          </a:bodyPr>
          <a:lstStyle/>
          <a:p>
            <a:pPr algn="l">
              <a:buFont typeface="Arial" panose="020B0604020202020204" pitchFamily="34" charset="0"/>
              <a:buChar char="•"/>
            </a:pPr>
            <a:endParaRPr lang="pt-BR" dirty="0"/>
          </a:p>
        </p:txBody>
      </p:sp>
    </p:spTree>
    <p:extLst>
      <p:ext uri="{BB962C8B-B14F-4D97-AF65-F5344CB8AC3E}">
        <p14:creationId xmlns:p14="http://schemas.microsoft.com/office/powerpoint/2010/main" val="2102652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D049A-1574-037E-5CC7-203E8B8BDA29}"/>
              </a:ext>
            </a:extLst>
          </p:cNvPr>
          <p:cNvSpPr>
            <a:spLocks noGrp="1"/>
          </p:cNvSpPr>
          <p:nvPr>
            <p:ph type="title"/>
          </p:nvPr>
        </p:nvSpPr>
        <p:spPr/>
        <p:txBody>
          <a:bodyPr>
            <a:normAutofit/>
          </a:bodyPr>
          <a:lstStyle/>
          <a:p>
            <a:r>
              <a:rPr lang="pt-BR" dirty="0"/>
              <a:t>Medallion Architecture</a:t>
            </a:r>
          </a:p>
        </p:txBody>
      </p:sp>
      <p:sp>
        <p:nvSpPr>
          <p:cNvPr id="3" name="Text Placeholder 2">
            <a:extLst>
              <a:ext uri="{FF2B5EF4-FFF2-40B4-BE49-F238E27FC236}">
                <a16:creationId xmlns:a16="http://schemas.microsoft.com/office/drawing/2014/main" id="{A7964445-18A8-99C3-BD61-EC69F9E0807D}"/>
              </a:ext>
            </a:extLst>
          </p:cNvPr>
          <p:cNvSpPr>
            <a:spLocks noGrp="1"/>
          </p:cNvSpPr>
          <p:nvPr>
            <p:ph type="body" idx="1"/>
          </p:nvPr>
        </p:nvSpPr>
        <p:spPr/>
        <p:txBody>
          <a:bodyPr>
            <a:normAutofit/>
          </a:bodyPr>
          <a:lstStyle/>
          <a:p>
            <a:pPr algn="l">
              <a:buFont typeface="Arial" panose="020B0604020202020204" pitchFamily="34" charset="0"/>
              <a:buChar char="•"/>
            </a:pPr>
            <a:endParaRPr lang="pt-BR" dirty="0"/>
          </a:p>
        </p:txBody>
      </p:sp>
    </p:spTree>
    <p:extLst>
      <p:ext uri="{BB962C8B-B14F-4D97-AF65-F5344CB8AC3E}">
        <p14:creationId xmlns:p14="http://schemas.microsoft.com/office/powerpoint/2010/main" val="526807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C6E51-A4EB-1B49-0ABB-D0E37FE7E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D7C08-7265-761A-178C-D06872D34074}"/>
              </a:ext>
            </a:extLst>
          </p:cNvPr>
          <p:cNvSpPr>
            <a:spLocks noGrp="1"/>
          </p:cNvSpPr>
          <p:nvPr>
            <p:ph type="title"/>
          </p:nvPr>
        </p:nvSpPr>
        <p:spPr/>
        <p:txBody>
          <a:bodyPr>
            <a:normAutofit/>
          </a:bodyPr>
          <a:lstStyle/>
          <a:p>
            <a:r>
              <a:rPr lang="en-US" dirty="0"/>
              <a:t>Bronze, Silver, and Gold layers</a:t>
            </a:r>
            <a:endParaRPr lang="pt-BR" dirty="0"/>
          </a:p>
        </p:txBody>
      </p:sp>
      <p:sp>
        <p:nvSpPr>
          <p:cNvPr id="3" name="Text Placeholder 2">
            <a:extLst>
              <a:ext uri="{FF2B5EF4-FFF2-40B4-BE49-F238E27FC236}">
                <a16:creationId xmlns:a16="http://schemas.microsoft.com/office/drawing/2014/main" id="{8764C970-E1B5-4BF1-8D55-A3CBEEAE22BC}"/>
              </a:ext>
            </a:extLst>
          </p:cNvPr>
          <p:cNvSpPr>
            <a:spLocks noGrp="1"/>
          </p:cNvSpPr>
          <p:nvPr>
            <p:ph type="body" idx="1"/>
          </p:nvPr>
        </p:nvSpPr>
        <p:spPr/>
        <p:txBody>
          <a:bodyPr>
            <a:normAutofit/>
          </a:bodyPr>
          <a:lstStyle/>
          <a:p>
            <a:pPr algn="l">
              <a:buFont typeface="Arial" panose="020B0604020202020204" pitchFamily="34" charset="0"/>
              <a:buChar char="•"/>
            </a:pPr>
            <a:endParaRPr lang="pt-BR" dirty="0"/>
          </a:p>
        </p:txBody>
      </p:sp>
    </p:spTree>
    <p:extLst>
      <p:ext uri="{BB962C8B-B14F-4D97-AF65-F5344CB8AC3E}">
        <p14:creationId xmlns:p14="http://schemas.microsoft.com/office/powerpoint/2010/main" val="1002778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19793-F068-6038-7D3E-19AE4D882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26D088-41E0-36B3-C1DC-35D6B2888BDC}"/>
              </a:ext>
            </a:extLst>
          </p:cNvPr>
          <p:cNvSpPr>
            <a:spLocks noGrp="1"/>
          </p:cNvSpPr>
          <p:nvPr>
            <p:ph type="title"/>
          </p:nvPr>
        </p:nvSpPr>
        <p:spPr/>
        <p:txBody>
          <a:bodyPr>
            <a:normAutofit/>
          </a:bodyPr>
          <a:lstStyle/>
          <a:p>
            <a:r>
              <a:rPr lang="pt-BR" b="0" dirty="0"/>
              <a:t>Web App</a:t>
            </a:r>
            <a:endParaRPr lang="pt-BR" dirty="0"/>
          </a:p>
        </p:txBody>
      </p:sp>
      <p:sp>
        <p:nvSpPr>
          <p:cNvPr id="3" name="Text Placeholder 2">
            <a:extLst>
              <a:ext uri="{FF2B5EF4-FFF2-40B4-BE49-F238E27FC236}">
                <a16:creationId xmlns:a16="http://schemas.microsoft.com/office/drawing/2014/main" id="{D11616E6-1541-190E-CA26-9037515BCE3A}"/>
              </a:ext>
            </a:extLst>
          </p:cNvPr>
          <p:cNvSpPr>
            <a:spLocks noGrp="1"/>
          </p:cNvSpPr>
          <p:nvPr>
            <p:ph type="body" idx="1"/>
          </p:nvPr>
        </p:nvSpPr>
        <p:spPr/>
        <p:txBody>
          <a:bodyPr>
            <a:normAutofit/>
          </a:bodyPr>
          <a:lstStyle/>
          <a:p>
            <a:pPr algn="l">
              <a:buFont typeface="Arial" panose="020B0604020202020204" pitchFamily="34" charset="0"/>
              <a:buChar char="•"/>
            </a:pPr>
            <a:r>
              <a:rPr lang="pt-BR" dirty="0"/>
              <a:t>COOK JC</a:t>
            </a:r>
          </a:p>
        </p:txBody>
      </p:sp>
    </p:spTree>
    <p:extLst>
      <p:ext uri="{BB962C8B-B14F-4D97-AF65-F5344CB8AC3E}">
        <p14:creationId xmlns:p14="http://schemas.microsoft.com/office/powerpoint/2010/main" val="1604114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33649-3A16-534E-54A6-3F99937F4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BD336-0296-4585-5732-531BC9854EF9}"/>
              </a:ext>
            </a:extLst>
          </p:cNvPr>
          <p:cNvSpPr>
            <a:spLocks noGrp="1"/>
          </p:cNvSpPr>
          <p:nvPr>
            <p:ph type="title"/>
          </p:nvPr>
        </p:nvSpPr>
        <p:spPr/>
        <p:txBody>
          <a:bodyPr>
            <a:normAutofit/>
          </a:bodyPr>
          <a:lstStyle/>
          <a:p>
            <a:r>
              <a:rPr lang="pt-BR" b="0" dirty="0"/>
              <a:t>Conclusion</a:t>
            </a:r>
            <a:endParaRPr lang="pt-BR" dirty="0"/>
          </a:p>
        </p:txBody>
      </p:sp>
      <p:sp>
        <p:nvSpPr>
          <p:cNvPr id="3" name="Text Placeholder 2">
            <a:extLst>
              <a:ext uri="{FF2B5EF4-FFF2-40B4-BE49-F238E27FC236}">
                <a16:creationId xmlns:a16="http://schemas.microsoft.com/office/drawing/2014/main" id="{D61BD3CA-F4B6-7505-46B3-829C5BC52693}"/>
              </a:ext>
            </a:extLst>
          </p:cNvPr>
          <p:cNvSpPr>
            <a:spLocks noGrp="1"/>
          </p:cNvSpPr>
          <p:nvPr>
            <p:ph type="body" idx="1"/>
          </p:nvPr>
        </p:nvSpPr>
        <p:spPr/>
        <p:txBody>
          <a:bodyPr>
            <a:normAutofit/>
          </a:bodyPr>
          <a:lstStyle/>
          <a:p>
            <a:pPr algn="l">
              <a:buFont typeface="Arial" panose="020B0604020202020204" pitchFamily="34" charset="0"/>
              <a:buChar char="•"/>
            </a:pPr>
            <a:r>
              <a:rPr lang="pt-BR" dirty="0"/>
              <a:t>DO AFTER EVERYTHING ELSE</a:t>
            </a:r>
          </a:p>
        </p:txBody>
      </p:sp>
    </p:spTree>
    <p:extLst>
      <p:ext uri="{BB962C8B-B14F-4D97-AF65-F5344CB8AC3E}">
        <p14:creationId xmlns:p14="http://schemas.microsoft.com/office/powerpoint/2010/main" val="3034382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7E7C-2174-FD9D-1BF0-6A291C64AA95}"/>
              </a:ext>
            </a:extLst>
          </p:cNvPr>
          <p:cNvSpPr>
            <a:spLocks noGrp="1"/>
          </p:cNvSpPr>
          <p:nvPr>
            <p:ph type="title"/>
          </p:nvPr>
        </p:nvSpPr>
        <p:spPr/>
        <p:txBody>
          <a:bodyPr/>
          <a:lstStyle/>
          <a:p>
            <a:r>
              <a:rPr lang="pt-BR" dirty="0"/>
              <a:t>Questions:</a:t>
            </a:r>
          </a:p>
        </p:txBody>
      </p:sp>
      <p:sp>
        <p:nvSpPr>
          <p:cNvPr id="3" name="Text Placeholder 2">
            <a:extLst>
              <a:ext uri="{FF2B5EF4-FFF2-40B4-BE49-F238E27FC236}">
                <a16:creationId xmlns:a16="http://schemas.microsoft.com/office/drawing/2014/main" id="{05D42C6A-2A35-FEBF-6429-953CEB40347D}"/>
              </a:ext>
            </a:extLst>
          </p:cNvPr>
          <p:cNvSpPr>
            <a:spLocks noGrp="1"/>
          </p:cNvSpPr>
          <p:nvPr>
            <p:ph type="body" idx="1"/>
          </p:nvPr>
        </p:nvSpPr>
        <p:spPr/>
        <p:txBody>
          <a:bodyPr>
            <a:normAutofit/>
          </a:bodyPr>
          <a:lstStyle/>
          <a:p>
            <a:pPr marL="0" indent="0" algn="l">
              <a:buNone/>
            </a:pPr>
            <a:r>
              <a:rPr lang="pt-BR" dirty="0">
                <a:solidFill>
                  <a:srgbClr val="000000"/>
                </a:solidFill>
              </a:rPr>
              <a:t>Add some friendly text here.</a:t>
            </a:r>
          </a:p>
        </p:txBody>
      </p:sp>
      <p:pic>
        <p:nvPicPr>
          <p:cNvPr id="5" name="Picture 4" descr="A cartoon of a person giving a thumbs up&#10;&#10;AI-generated content may be incorrect.">
            <a:extLst>
              <a:ext uri="{FF2B5EF4-FFF2-40B4-BE49-F238E27FC236}">
                <a16:creationId xmlns:a16="http://schemas.microsoft.com/office/drawing/2014/main" id="{C0D71337-49B0-633A-5928-0A7526C202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8037" y="2268538"/>
            <a:ext cx="2447925" cy="3695700"/>
          </a:xfrm>
          <a:prstGeom prst="rect">
            <a:avLst/>
          </a:prstGeom>
        </p:spPr>
      </p:pic>
    </p:spTree>
    <p:extLst>
      <p:ext uri="{BB962C8B-B14F-4D97-AF65-F5344CB8AC3E}">
        <p14:creationId xmlns:p14="http://schemas.microsoft.com/office/powerpoint/2010/main" val="1940381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62B08970-D806-88B9-1E9D-1F9474220C24}"/>
              </a:ext>
            </a:extLst>
          </p:cNvPr>
          <p:cNvSpPr txBox="1">
            <a:spLocks/>
          </p:cNvSpPr>
          <p:nvPr/>
        </p:nvSpPr>
        <p:spPr>
          <a:xfrm>
            <a:off x="417871" y="2568063"/>
            <a:ext cx="3038475" cy="361950"/>
          </a:xfrm>
          <a:prstGeom prst="rect">
            <a:avLst/>
          </a:prstGeom>
        </p:spPr>
        <p:txBody>
          <a:bodyPr>
            <a:normAutofit fontScale="25000" lnSpcReduction="20000"/>
          </a:bodyPr>
          <a:lstStyle>
            <a:lvl1pPr marL="0" indent="0" algn="l" defTabSz="914400" rtl="0" eaLnBrk="1" latinLnBrk="0" hangingPunct="1">
              <a:lnSpc>
                <a:spcPct val="100000"/>
              </a:lnSpc>
              <a:spcBef>
                <a:spcPts val="1000"/>
              </a:spcBef>
              <a:buFont typeface="Arial" panose="020B0604020202020204" pitchFamily="34" charset="0"/>
              <a:buNone/>
              <a:defRPr sz="2400" b="0" kern="1200">
                <a:solidFill>
                  <a:schemeClr val="tx1"/>
                </a:solidFill>
                <a:latin typeface="Arial" panose="020B0604020202020204" pitchFamily="34" charset="0"/>
                <a:ea typeface="+mn-ea"/>
                <a:cs typeface="Arial" panose="020B0604020202020204" pitchFamily="34" charset="0"/>
              </a:defRPr>
            </a:lvl1pPr>
            <a:lvl2pPr marL="342900" indent="0" algn="l" defTabSz="914400" rtl="0" eaLnBrk="1" latinLnBrk="0" hangingPunct="1">
              <a:lnSpc>
                <a:spcPct val="10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74295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1430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200" dirty="0"/>
              <a:t>Matheus Filipe Figueiredo</a:t>
            </a:r>
          </a:p>
          <a:p>
            <a:r>
              <a:rPr lang="en-US" sz="7200" dirty="0"/>
              <a:t>Bruno do Nascimento Beserra</a:t>
            </a:r>
          </a:p>
          <a:p>
            <a:r>
              <a:rPr lang="en-US" sz="7200" dirty="0"/>
              <a:t>Jay Clark Bermudez</a:t>
            </a:r>
          </a:p>
        </p:txBody>
      </p:sp>
    </p:spTree>
    <p:extLst>
      <p:ext uri="{BB962C8B-B14F-4D97-AF65-F5344CB8AC3E}">
        <p14:creationId xmlns:p14="http://schemas.microsoft.com/office/powerpoint/2010/main" val="2989953246"/>
      </p:ext>
    </p:extLst>
  </p:cSld>
  <p:clrMapOvr>
    <a:masterClrMapping/>
  </p:clrMapOvr>
  <p:transition spd="slow">
    <p:push dir="u"/>
  </p:transition>
</p:sld>
</file>

<file path=ppt/theme/theme1.xml><?xml version="1.0" encoding="utf-8"?>
<a:theme xmlns:a="http://schemas.openxmlformats.org/drawingml/2006/main" name="Office Theme">
  <a:themeElements>
    <a:clrScheme name="College Green">
      <a:dk1>
        <a:sysClr val="windowText" lastClr="000000"/>
      </a:dk1>
      <a:lt1>
        <a:sysClr val="window" lastClr="FFFFFF"/>
      </a:lt1>
      <a:dk2>
        <a:srgbClr val="44546A"/>
      </a:dk2>
      <a:lt2>
        <a:srgbClr val="E7E6E6"/>
      </a:lt2>
      <a:accent1>
        <a:srgbClr val="C2D5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2D6A58CC2F6ED48978BB0E219D882FE" ma:contentTypeVersion="15" ma:contentTypeDescription="Create a new document." ma:contentTypeScope="" ma:versionID="465ec951d395a5511723374ac8df8db1">
  <xsd:schema xmlns:xsd="http://www.w3.org/2001/XMLSchema" xmlns:xs="http://www.w3.org/2001/XMLSchema" xmlns:p="http://schemas.microsoft.com/office/2006/metadata/properties" xmlns:ns1="http://schemas.microsoft.com/sharepoint/v3" xmlns:ns2="27c54064-dfe0-4b79-bd20-5c123c2ef50b" xmlns:ns3="372fa088-4b66-4617-950a-58110b5482bf" targetNamespace="http://schemas.microsoft.com/office/2006/metadata/properties" ma:root="true" ma:fieldsID="070b4f8718f51bab46a4aad2a32a4e93" ns1:_="" ns2:_="" ns3:_="">
    <xsd:import namespace="http://schemas.microsoft.com/sharepoint/v3"/>
    <xsd:import namespace="27c54064-dfe0-4b79-bd20-5c123c2ef50b"/>
    <xsd:import namespace="372fa088-4b66-4617-950a-58110b5482bf"/>
    <xsd:element name="properties">
      <xsd:complexType>
        <xsd:sequence>
          <xsd:element name="documentManagement">
            <xsd:complexType>
              <xsd:all>
                <xsd:element ref="ns1:PublishingStartDate" minOccurs="0"/>
                <xsd:element ref="ns1:PublishingExpirationDate" minOccurs="0"/>
                <xsd:element ref="ns2:MediaServiceMetadata" minOccurs="0"/>
                <xsd:element ref="ns2:MediaServiceFastMetadata" minOccurs="0"/>
                <xsd:element ref="ns2:MediaServiceOCR" minOccurs="0"/>
                <xsd:element ref="ns2:MediaServiceGenerationTime" minOccurs="0"/>
                <xsd:element ref="ns2:MediaServiceEventHashCode" minOccurs="0"/>
                <xsd:element ref="ns2:Document_x0020_Category" minOccurs="0"/>
                <xsd:element ref="ns3:OwlDocPortalDescription" minOccurs="0"/>
                <xsd:element ref="ns2:lcf76f155ced4ddcb4097134ff3c332f" minOccurs="0"/>
                <xsd:element ref="ns2:SortOrder"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4"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5"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7c54064-dfe0-4b79-bd20-5c123c2ef50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Document_x0020_Category" ma:index="15" nillable="true" ma:displayName="Document Category" ma:format="Dropdown" ma:internalName="Document_x0020_Category">
      <xsd:simpleType>
        <xsd:union memberTypes="dms:Text">
          <xsd:simpleType>
            <xsd:restriction base="dms:Choice">
              <xsd:enumeration value="Letterhead"/>
              <xsd:enumeration value="Templates"/>
              <xsd:enumeration value="Pandemic Signage"/>
            </xsd:restriction>
          </xsd:simpleType>
        </xsd:un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b1d0512d-d70b-4ee3-81d4-fe0993d41981" ma:termSetId="09814cd3-568e-fe90-9814-8d621ff8fb84" ma:anchorId="fba54fb3-c3e1-fe81-a776-ca4b69148c4d" ma:open="true" ma:isKeyword="false">
      <xsd:complexType>
        <xsd:sequence>
          <xsd:element ref="pc:Terms" minOccurs="0" maxOccurs="1"/>
        </xsd:sequence>
      </xsd:complexType>
    </xsd:element>
    <xsd:element name="SortOrder" ma:index="19" nillable="true" ma:displayName="Sort Order" ma:format="Dropdown" ma:internalName="SortOrder">
      <xsd:simpleType>
        <xsd:restriction base="dms:Text">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2fa088-4b66-4617-950a-58110b5482bf" elementFormDefault="qualified">
    <xsd:import namespace="http://schemas.microsoft.com/office/2006/documentManagement/types"/>
    <xsd:import namespace="http://schemas.microsoft.com/office/infopath/2007/PartnerControls"/>
    <xsd:element name="OwlDocPortalDescription" ma:index="16" nillable="true" ma:displayName="Description" ma:format="Dropdown" ma:internalName="OwlDocPortalDescription">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7c54064-dfe0-4b79-bd20-5c123c2ef50b">
      <Terms xmlns="http://schemas.microsoft.com/office/infopath/2007/PartnerControls"/>
    </lcf76f155ced4ddcb4097134ff3c332f>
    <Document_x0020_Category xmlns="27c54064-dfe0-4b79-bd20-5c123c2ef50b">Templates</Document_x0020_Category>
    <PublishingExpirationDate xmlns="http://schemas.microsoft.com/sharepoint/v3" xsi:nil="true"/>
    <PublishingStartDate xmlns="http://schemas.microsoft.com/sharepoint/v3" xsi:nil="true"/>
    <SortOrder xmlns="27c54064-dfe0-4b79-bd20-5c123c2ef50b" xsi:nil="true"/>
    <OwlDocPortalDescription xmlns="372fa088-4b66-4617-950a-58110b5482bf" xsi:nil="true"/>
  </documentManagement>
</p:properties>
</file>

<file path=customXml/item4.xml><?xml version="1.0" encoding="utf-8"?>
<sisl xmlns:xsd="http://www.w3.org/2001/XMLSchema" xmlns:xsi="http://www.w3.org/2001/XMLSchema-instance" xmlns="http://www.boldonjames.com/2008/01/sie/internal/label" sislVersion="0" policy="a66f0b0a-e2d4-4059-810c-127573d4cb4e" origin="userSelected"/>
</file>

<file path=customXml/itemProps1.xml><?xml version="1.0" encoding="utf-8"?>
<ds:datastoreItem xmlns:ds="http://schemas.openxmlformats.org/officeDocument/2006/customXml" ds:itemID="{A88F5762-323C-4C3E-8E45-DA372A5664EE}">
  <ds:schemaRefs>
    <ds:schemaRef ds:uri="http://schemas.microsoft.com/sharepoint/v3/contenttype/forms"/>
  </ds:schemaRefs>
</ds:datastoreItem>
</file>

<file path=customXml/itemProps2.xml><?xml version="1.0" encoding="utf-8"?>
<ds:datastoreItem xmlns:ds="http://schemas.openxmlformats.org/officeDocument/2006/customXml" ds:itemID="{2BE1BF6B-46F3-4742-919D-91624F6928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7c54064-dfe0-4b79-bd20-5c123c2ef50b"/>
    <ds:schemaRef ds:uri="372fa088-4b66-4617-950a-58110b5482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C8B2520-358E-4A3D-BEAC-641D792A72D4}">
  <ds:schemaRefs>
    <ds:schemaRef ds:uri="http://purl.org/dc/dcmitype/"/>
    <ds:schemaRef ds:uri="http://schemas.openxmlformats.org/package/2006/metadata/core-properties"/>
    <ds:schemaRef ds:uri="http://schemas.microsoft.com/office/infopath/2007/PartnerControls"/>
    <ds:schemaRef ds:uri="http://schemas.microsoft.com/office/2006/documentManagement/types"/>
    <ds:schemaRef ds:uri="http://purl.org/dc/elements/1.1/"/>
    <ds:schemaRef ds:uri="4e58d582-ed53-4861-8208-3e6c6409f0ed"/>
    <ds:schemaRef ds:uri="http://www.w3.org/XML/1998/namespace"/>
    <ds:schemaRef ds:uri="http://schemas.microsoft.com/office/2006/metadata/properties"/>
    <ds:schemaRef ds:uri="07a09384-2670-49ee-aee5-68c7cd4c606d"/>
    <ds:schemaRef ds:uri="http://purl.org/dc/terms/"/>
    <ds:schemaRef ds:uri="27c54064-dfe0-4b79-bd20-5c123c2ef50b"/>
    <ds:schemaRef ds:uri="http://schemas.microsoft.com/sharepoint/v3"/>
    <ds:schemaRef ds:uri="372fa088-4b66-4617-950a-58110b5482bf"/>
  </ds:schemaRefs>
</ds:datastoreItem>
</file>

<file path=customXml/itemProps4.xml><?xml version="1.0" encoding="utf-8"?>
<ds:datastoreItem xmlns:ds="http://schemas.openxmlformats.org/officeDocument/2006/customXml" ds:itemID="{84FD87C5-98A4-4130-B86F-AE57C41A88CF}">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emplate>Office Theme</Template>
  <TotalTime>1113</TotalTime>
  <Words>556</Words>
  <Application>Microsoft Office PowerPoint</Application>
  <PresentationFormat>On-screen Show (4:3)</PresentationFormat>
  <Paragraphs>44</Paragraphs>
  <Slides>17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Calibri</vt:lpstr>
      <vt:lpstr>Söhne</vt:lpstr>
      <vt:lpstr>Wingdings</vt:lpstr>
      <vt:lpstr>Office Theme</vt:lpstr>
      <vt:lpstr>PowerPoint Presentation</vt:lpstr>
      <vt:lpstr>PowerPoint Presentation</vt:lpstr>
      <vt:lpstr>Introduction:</vt:lpstr>
      <vt:lpstr>What was the problem?</vt:lpstr>
      <vt:lpstr>Why did we solve it?</vt:lpstr>
      <vt:lpstr>How did we solve it? </vt:lpstr>
      <vt:lpstr>Databricks:</vt:lpstr>
      <vt:lpstr>SCD Type 2</vt:lpstr>
      <vt:lpstr>Kimball modelling</vt:lpstr>
      <vt:lpstr>Python venv</vt:lpstr>
      <vt:lpstr>Dash and Plotly</vt:lpstr>
      <vt:lpstr>Medallion Architecture</vt:lpstr>
      <vt:lpstr>Bronze, Silver, and Gold layers</vt:lpstr>
      <vt:lpstr>Web App</vt:lpstr>
      <vt:lpstr>Conclusion</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Moravic-Balkanski, Natasa</dc:creator>
  <cp:lastModifiedBy>Matheus Figueiredo</cp:lastModifiedBy>
  <cp:revision>144</cp:revision>
  <dcterms:created xsi:type="dcterms:W3CDTF">2021-05-13T17:07:16Z</dcterms:created>
  <dcterms:modified xsi:type="dcterms:W3CDTF">2025-11-07T00:57:12Z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0x010100A2D6A58CC2F6ED48978BB0E219D882FE</vt:lpwstr>
  </property>
  <property fmtid="{D5CDD505-2E9C-101B-9397-08002B2CF9AE}" pid="3" name="Order">
    <vt:r8>100</vt:r8>
  </property>
  <property fmtid="{D5CDD505-2E9C-101B-9397-08002B2CF9AE}" pid="4" name="Record Series">
    <vt:lpwstr>1;#AD10 - Project Management|5e0995e7-bf4a-4456-878b-22da6837cb2b</vt:lpwstr>
  </property>
  <property fmtid="{D5CDD505-2E9C-101B-9397-08002B2CF9AE}" pid="5" name="Record Status">
    <vt:lpwstr/>
  </property>
  <property fmtid="{D5CDD505-2E9C-101B-9397-08002B2CF9AE}" pid="6" name="MediaServiceImageTags">
    <vt:lpwstr/>
  </property>
  <property fmtid="{D5CDD505-2E9C-101B-9397-08002B2CF9AE}" pid="7" name="docIndexRef">
    <vt:lpwstr>74d8ff06-099c-4fff-bf9d-2dafbd315bfb</vt:lpwstr>
  </property>
  <property fmtid="{D5CDD505-2E9C-101B-9397-08002B2CF9AE}" pid="8" name="bjDocumentSecurityLabel">
    <vt:lpwstr>This item has no classification</vt:lpwstr>
  </property>
  <property fmtid="{D5CDD505-2E9C-101B-9397-08002B2CF9AE}" pid="9" name="bjClsUserRVM">
    <vt:lpwstr>[]</vt:lpwstr>
  </property>
  <property fmtid="{D5CDD505-2E9C-101B-9397-08002B2CF9AE}" pid="10" name="bjSaver">
    <vt:lpwstr>pMYs1aZS+wTYg4mF3/sGc740TnoWrmOq</vt:lpwstr>
  </property>
  <property fmtid="{D5CDD505-2E9C-101B-9397-08002B2CF9AE}" pid="11" name="Document_x0020_Type">
    <vt:lpwstr/>
  </property>
  <property fmtid="{D5CDD505-2E9C-101B-9397-08002B2CF9AE}" pid="12" name="Year">
    <vt:lpwstr/>
  </property>
  <property fmtid="{D5CDD505-2E9C-101B-9397-08002B2CF9AE}" pid="13" name="Document Type">
    <vt:lpwstr/>
  </property>
  <property fmtid="{D5CDD505-2E9C-101B-9397-08002B2CF9AE}" pid="14" name="OwlContentTargetOptionsFour">
    <vt:lpwstr/>
  </property>
  <property fmtid="{D5CDD505-2E9C-101B-9397-08002B2CF9AE}" pid="15" name="fa97dc92026541068557eab0dbabd8be">
    <vt:lpwstr/>
  </property>
  <property fmtid="{D5CDD505-2E9C-101B-9397-08002B2CF9AE}" pid="16" name="OwlContentTargetOptionsThree">
    <vt:lpwstr/>
  </property>
  <property fmtid="{D5CDD505-2E9C-101B-9397-08002B2CF9AE}" pid="17" name="OwlDocPortalAudience">
    <vt:lpwstr/>
  </property>
  <property fmtid="{D5CDD505-2E9C-101B-9397-08002B2CF9AE}" pid="18" name="caf0dd7392ad4fafb49c81699e7f4946">
    <vt:lpwstr/>
  </property>
  <property fmtid="{D5CDD505-2E9C-101B-9397-08002B2CF9AE}" pid="19" name="OwlDocPortalDepartment">
    <vt:lpwstr/>
  </property>
  <property fmtid="{D5CDD505-2E9C-101B-9397-08002B2CF9AE}" pid="20" name="OwlContentTargetOptionsOne">
    <vt:lpwstr/>
  </property>
  <property fmtid="{D5CDD505-2E9C-101B-9397-08002B2CF9AE}" pid="21" name="m0fc3f78225244e280898e3f12e6d374">
    <vt:lpwstr/>
  </property>
  <property fmtid="{D5CDD505-2E9C-101B-9397-08002B2CF9AE}" pid="22" name="maea4bced50d4353a6d425e6b9c84f1a">
    <vt:lpwstr/>
  </property>
  <property fmtid="{D5CDD505-2E9C-101B-9397-08002B2CF9AE}" pid="23" name="fd304f0da40148d085298b3ff2d12f92">
    <vt:lpwstr/>
  </property>
  <property fmtid="{D5CDD505-2E9C-101B-9397-08002B2CF9AE}" pid="24" name="OwlTags">
    <vt:lpwstr/>
  </property>
  <property fmtid="{D5CDD505-2E9C-101B-9397-08002B2CF9AE}" pid="25" name="ha644276d6a843c399f6d79a304db042">
    <vt:lpwstr/>
  </property>
  <property fmtid="{D5CDD505-2E9C-101B-9397-08002B2CF9AE}" pid="26" name="h017392b60ce4c22b99fd52c2ca1001f">
    <vt:lpwstr/>
  </property>
  <property fmtid="{D5CDD505-2E9C-101B-9397-08002B2CF9AE}" pid="27" name="TaxCatchAll">
    <vt:lpwstr/>
  </property>
  <property fmtid="{D5CDD505-2E9C-101B-9397-08002B2CF9AE}" pid="28" name="OwlContentTargetOptionsTwo">
    <vt:lpwstr/>
  </property>
</Properties>
</file>